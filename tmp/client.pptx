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42" y="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r@epcorn.com" userId="8d857f4fd2d1f3c9" providerId="LiveId" clId="{4D9048F2-F110-4217-BA19-6873865FC429}"/>
    <pc:docChg chg="undo custSel modSld">
      <pc:chgData name="mayur@epcorn.com" userId="8d857f4fd2d1f3c9" providerId="LiveId" clId="{4D9048F2-F110-4217-BA19-6873865FC429}" dt="2026-09-23T09:26:39.839" v="409" actId="20577"/>
      <pc:docMkLst>
        <pc:docMk/>
      </pc:docMkLst>
      <pc:sldChg chg="addSp delSp modSp mod">
        <pc:chgData name="mayur@epcorn.com" userId="8d857f4fd2d1f3c9" providerId="LiveId" clId="{4D9048F2-F110-4217-BA19-6873865FC429}" dt="2026-09-12T09:31:40.938" v="342" actId="1036"/>
        <pc:sldMkLst>
          <pc:docMk/>
          <pc:sldMk cId="0" sldId="256"/>
        </pc:sldMkLst>
        <pc:spChg chg="add">
          <ac:chgData name="mayur@epcorn.com" userId="8d857f4fd2d1f3c9" providerId="LiveId" clId="{4D9048F2-F110-4217-BA19-6873865FC429}" dt="2026-09-01T06:36:25.404" v="10" actId="22"/>
          <ac:spMkLst>
            <pc:docMk/>
            <pc:sldMk cId="0" sldId="256"/>
            <ac:spMk id="5" creationId="{E50DC31E-8641-ABE6-2E2F-968003CD0970}"/>
          </ac:spMkLst>
        </pc:spChg>
        <pc:spChg chg="add mod">
          <ac:chgData name="mayur@epcorn.com" userId="8d857f4fd2d1f3c9" providerId="LiveId" clId="{4D9048F2-F110-4217-BA19-6873865FC429}" dt="2026-09-12T09:31:40.938" v="342" actId="1036"/>
          <ac:spMkLst>
            <pc:docMk/>
            <pc:sldMk cId="0" sldId="256"/>
            <ac:spMk id="7" creationId="{D9D5C3F8-1A02-CB9B-5A4B-FF0B34FFFA59}"/>
          </ac:spMkLst>
        </pc:spChg>
        <pc:spChg chg="add mod">
          <ac:chgData name="mayur@epcorn.com" userId="8d857f4fd2d1f3c9" providerId="LiveId" clId="{4D9048F2-F110-4217-BA19-6873865FC429}" dt="2026-09-01T06:37:03.444" v="21" actId="14100"/>
          <ac:spMkLst>
            <pc:docMk/>
            <pc:sldMk cId="0" sldId="256"/>
            <ac:spMk id="12" creationId="{43E1D44B-60BC-CC75-99D6-7E68189178A3}"/>
          </ac:spMkLst>
        </pc:spChg>
      </pc:sldChg>
      <pc:sldChg chg="modSp mod">
        <pc:chgData name="mayur@epcorn.com" userId="8d857f4fd2d1f3c9" providerId="LiveId" clId="{4D9048F2-F110-4217-BA19-6873865FC429}" dt="2026-09-01T07:08:00.996" v="167" actId="403"/>
        <pc:sldMkLst>
          <pc:docMk/>
          <pc:sldMk cId="0" sldId="257"/>
        </pc:sldMkLst>
        <pc:spChg chg="mod">
          <ac:chgData name="mayur@epcorn.com" userId="8d857f4fd2d1f3c9" providerId="LiveId" clId="{4D9048F2-F110-4217-BA19-6873865FC429}" dt="2026-09-01T07:07:39.134" v="161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7:43.996" v="163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7:54.584" v="165" actId="40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8:00.996" v="167" actId="403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9-01T11:36:44.725" v="336" actId="1076"/>
        <pc:sldMkLst>
          <pc:docMk/>
          <pc:sldMk cId="0" sldId="258"/>
        </pc:sldMkLst>
        <pc:spChg chg="mod">
          <ac:chgData name="mayur@epcorn.com" userId="8d857f4fd2d1f3c9" providerId="LiveId" clId="{4D9048F2-F110-4217-BA19-6873865FC429}" dt="2026-09-01T07:04:19.444" v="137" actId="40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16:22.365" v="168" actId="103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6:50:47.963" v="30" actId="10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9:00:35.818" v="188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11:36:30.043" v="33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6:56:16.643" v="36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4:03.382" v="134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4:55.268" v="144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9:00:50.144" v="195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11:36:33.042" v="333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6:56:27.675" v="38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5:16.432" v="14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9:00:59.791" v="201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11:36:25.472" v="331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6:56:22.978" v="37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7:05:41.237" v="159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9:01:08.511" v="210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11:36:36.937" v="334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6:56:35.428" v="39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6:57:52.295" v="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9:01:17.264" v="214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11:36:40.795" v="335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ayur@epcorn.com" userId="8d857f4fd2d1f3c9" providerId="LiveId" clId="{4D9048F2-F110-4217-BA19-6873865FC429}" dt="2026-09-01T09:01:15.359" v="213" actId="20577"/>
          <ac:spMkLst>
            <pc:docMk/>
            <pc:sldMk cId="0" sldId="258"/>
            <ac:spMk id="49" creationId="{B6B9011F-1C3E-D163-51BE-2BAE54956116}"/>
          </ac:spMkLst>
        </pc:spChg>
        <pc:spChg chg="mod">
          <ac:chgData name="mayur@epcorn.com" userId="8d857f4fd2d1f3c9" providerId="LiveId" clId="{4D9048F2-F110-4217-BA19-6873865FC429}" dt="2026-09-01T11:36:44.725" v="336" actId="1076"/>
          <ac:spMkLst>
            <pc:docMk/>
            <pc:sldMk cId="0" sldId="258"/>
            <ac:spMk id="51" creationId="{975E9FAC-1693-177A-6B19-69FB12E2B4A5}"/>
          </ac:spMkLst>
        </pc:spChg>
      </pc:sldChg>
      <pc:sldChg chg="modSp mod">
        <pc:chgData name="mayur@epcorn.com" userId="8d857f4fd2d1f3c9" providerId="LiveId" clId="{4D9048F2-F110-4217-BA19-6873865FC429}" dt="2026-09-01T09:11:09.145" v="315" actId="20577"/>
        <pc:sldMkLst>
          <pc:docMk/>
          <pc:sldMk cId="0" sldId="259"/>
        </pc:sldMkLst>
        <pc:spChg chg="mod">
          <ac:chgData name="mayur@epcorn.com" userId="8d857f4fd2d1f3c9" providerId="LiveId" clId="{4D9048F2-F110-4217-BA19-6873865FC429}" dt="2026-09-01T09:08:16.494" v="251" actId="20577"/>
          <ac:spMkLst>
            <pc:docMk/>
            <pc:sldMk cId="0" sldId="259"/>
            <ac:spMk id="46" creationId="{DDAC08A6-568C-3DB3-D67A-63DB31210A77}"/>
          </ac:spMkLst>
        </pc:spChg>
        <pc:spChg chg="mod">
          <ac:chgData name="mayur@epcorn.com" userId="8d857f4fd2d1f3c9" providerId="LiveId" clId="{4D9048F2-F110-4217-BA19-6873865FC429}" dt="2026-09-01T09:09:55.524" v="285" actId="20577"/>
          <ac:spMkLst>
            <pc:docMk/>
            <pc:sldMk cId="0" sldId="259"/>
            <ac:spMk id="48" creationId="{1EF786BB-4765-B0FB-DA87-B653980776A1}"/>
          </ac:spMkLst>
        </pc:spChg>
        <pc:spChg chg="mod">
          <ac:chgData name="mayur@epcorn.com" userId="8d857f4fd2d1f3c9" providerId="LiveId" clId="{4D9048F2-F110-4217-BA19-6873865FC429}" dt="2026-09-01T09:08:21.546" v="253" actId="20577"/>
          <ac:spMkLst>
            <pc:docMk/>
            <pc:sldMk cId="0" sldId="259"/>
            <ac:spMk id="56" creationId="{7C770472-F3A0-A12D-2814-65E421F98003}"/>
          </ac:spMkLst>
        </pc:spChg>
        <pc:spChg chg="mod">
          <ac:chgData name="mayur@epcorn.com" userId="8d857f4fd2d1f3c9" providerId="LiveId" clId="{4D9048F2-F110-4217-BA19-6873865FC429}" dt="2026-09-01T09:10:04.798" v="288" actId="20577"/>
          <ac:spMkLst>
            <pc:docMk/>
            <pc:sldMk cId="0" sldId="259"/>
            <ac:spMk id="58" creationId="{D4C361A3-CCDF-3582-7B83-11C647A8A398}"/>
          </ac:spMkLst>
        </pc:spChg>
        <pc:spChg chg="mod">
          <ac:chgData name="mayur@epcorn.com" userId="8d857f4fd2d1f3c9" providerId="LiveId" clId="{4D9048F2-F110-4217-BA19-6873865FC429}" dt="2026-09-01T09:08:24.652" v="255" actId="20577"/>
          <ac:spMkLst>
            <pc:docMk/>
            <pc:sldMk cId="0" sldId="259"/>
            <ac:spMk id="66" creationId="{8E993B65-A207-69BD-3D24-4E4A892158A0}"/>
          </ac:spMkLst>
        </pc:spChg>
        <pc:spChg chg="mod">
          <ac:chgData name="mayur@epcorn.com" userId="8d857f4fd2d1f3c9" providerId="LiveId" clId="{4D9048F2-F110-4217-BA19-6873865FC429}" dt="2026-09-01T09:10:12.030" v="290" actId="20577"/>
          <ac:spMkLst>
            <pc:docMk/>
            <pc:sldMk cId="0" sldId="259"/>
            <ac:spMk id="68" creationId="{5B5BFB1D-7267-EDB3-8CB9-50937186F563}"/>
          </ac:spMkLst>
        </pc:spChg>
        <pc:spChg chg="mod">
          <ac:chgData name="mayur@epcorn.com" userId="8d857f4fd2d1f3c9" providerId="LiveId" clId="{4D9048F2-F110-4217-BA19-6873865FC429}" dt="2026-09-01T09:11:02.961" v="311" actId="20577"/>
          <ac:spMkLst>
            <pc:docMk/>
            <pc:sldMk cId="0" sldId="259"/>
            <ac:spMk id="76" creationId="{4C401E17-750A-7F45-F23F-820814909245}"/>
          </ac:spMkLst>
        </pc:spChg>
        <pc:spChg chg="mod">
          <ac:chgData name="mayur@epcorn.com" userId="8d857f4fd2d1f3c9" providerId="LiveId" clId="{4D9048F2-F110-4217-BA19-6873865FC429}" dt="2026-09-01T09:10:15.528" v="292" actId="20577"/>
          <ac:spMkLst>
            <pc:docMk/>
            <pc:sldMk cId="0" sldId="259"/>
            <ac:spMk id="78" creationId="{D3ED5D36-01A1-7D4C-26D2-4D08E4D2161A}"/>
          </ac:spMkLst>
        </pc:spChg>
        <pc:spChg chg="mod">
          <ac:chgData name="mayur@epcorn.com" userId="8d857f4fd2d1f3c9" providerId="LiveId" clId="{4D9048F2-F110-4217-BA19-6873865FC429}" dt="2026-09-01T09:11:06.058" v="313" actId="20577"/>
          <ac:spMkLst>
            <pc:docMk/>
            <pc:sldMk cId="0" sldId="259"/>
            <ac:spMk id="86" creationId="{CE82EF41-2EB8-926B-950B-70CCB7C0A272}"/>
          </ac:spMkLst>
        </pc:spChg>
        <pc:spChg chg="mod">
          <ac:chgData name="mayur@epcorn.com" userId="8d857f4fd2d1f3c9" providerId="LiveId" clId="{4D9048F2-F110-4217-BA19-6873865FC429}" dt="2026-09-01T09:10:22.857" v="294" actId="20577"/>
          <ac:spMkLst>
            <pc:docMk/>
            <pc:sldMk cId="0" sldId="259"/>
            <ac:spMk id="88" creationId="{F23B055C-5709-5AFE-423E-2F3E0211AA48}"/>
          </ac:spMkLst>
        </pc:spChg>
        <pc:spChg chg="mod">
          <ac:chgData name="mayur@epcorn.com" userId="8d857f4fd2d1f3c9" providerId="LiveId" clId="{4D9048F2-F110-4217-BA19-6873865FC429}" dt="2026-09-01T09:11:09.145" v="315" actId="20577"/>
          <ac:spMkLst>
            <pc:docMk/>
            <pc:sldMk cId="0" sldId="259"/>
            <ac:spMk id="98" creationId="{4A7F9D53-6897-E026-BB71-404428A3CEC3}"/>
          </ac:spMkLst>
        </pc:spChg>
        <pc:spChg chg="mod">
          <ac:chgData name="mayur@epcorn.com" userId="8d857f4fd2d1f3c9" providerId="LiveId" clId="{4D9048F2-F110-4217-BA19-6873865FC429}" dt="2026-09-01T09:10:25.828" v="296" actId="20577"/>
          <ac:spMkLst>
            <pc:docMk/>
            <pc:sldMk cId="0" sldId="259"/>
            <ac:spMk id="100" creationId="{E8CE9FDF-FF25-C322-3989-72BE9DD31332}"/>
          </ac:spMkLst>
        </pc:spChg>
      </pc:sldChg>
      <pc:sldChg chg="modSp mod">
        <pc:chgData name="mayur@epcorn.com" userId="8d857f4fd2d1f3c9" providerId="LiveId" clId="{4D9048F2-F110-4217-BA19-6873865FC429}" dt="2026-09-23T09:26:39.839" v="409" actId="20577"/>
        <pc:sldMkLst>
          <pc:docMk/>
          <pc:sldMk cId="0" sldId="260"/>
        </pc:sldMkLst>
        <pc:spChg chg="mod">
          <ac:chgData name="mayur@epcorn.com" userId="8d857f4fd2d1f3c9" providerId="LiveId" clId="{4D9048F2-F110-4217-BA19-6873865FC429}" dt="2026-09-23T09:26:39.839" v="409" actId="20577"/>
          <ac:spMkLst>
            <pc:docMk/>
            <pc:sldMk cId="0" sldId="260"/>
            <ac:spMk id="18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9-22T04:55:33.746" v="361"/>
        <pc:sldMkLst>
          <pc:docMk/>
          <pc:sldMk cId="0" sldId="262"/>
        </pc:sldMkLst>
        <pc:spChg chg="add del mod">
          <ac:chgData name="mayur@epcorn.com" userId="8d857f4fd2d1f3c9" providerId="LiveId" clId="{4D9048F2-F110-4217-BA19-6873865FC429}" dt="2026-09-22T04:55:33.746" v="361"/>
          <ac:spMkLst>
            <pc:docMk/>
            <pc:sldMk cId="0" sldId="262"/>
            <ac:spMk id="32" creationId="{52DEE471-71D9-3D8A-CA6B-957968465A54}"/>
          </ac:spMkLst>
        </pc:spChg>
      </pc:sldChg>
      <pc:sldChg chg="addSp delSp modSp mod">
        <pc:chgData name="mayur@epcorn.com" userId="8d857f4fd2d1f3c9" providerId="LiveId" clId="{4D9048F2-F110-4217-BA19-6873865FC429}" dt="2026-09-22T05:09:51.884" v="400" actId="14100"/>
        <pc:sldMkLst>
          <pc:docMk/>
          <pc:sldMk cId="330581104" sldId="265"/>
        </pc:sldMkLst>
        <pc:spChg chg="add mod ord">
          <ac:chgData name="mayur@epcorn.com" userId="8d857f4fd2d1f3c9" providerId="LiveId" clId="{4D9048F2-F110-4217-BA19-6873865FC429}" dt="2026-09-22T05:09:51.884" v="400" actId="14100"/>
          <ac:spMkLst>
            <pc:docMk/>
            <pc:sldMk cId="330581104" sldId="265"/>
            <ac:spMk id="3" creationId="{EE7B78FF-A2D0-E1C8-E4EC-686D122B3199}"/>
          </ac:spMkLst>
        </pc:spChg>
        <pc:spChg chg="add del mod">
          <ac:chgData name="mayur@epcorn.com" userId="8d857f4fd2d1f3c9" providerId="LiveId" clId="{4D9048F2-F110-4217-BA19-6873865FC429}" dt="2026-09-22T05:06:55.417" v="387"/>
          <ac:spMkLst>
            <pc:docMk/>
            <pc:sldMk cId="330581104" sldId="265"/>
            <ac:spMk id="5" creationId="{F41FA3C6-939B-2E9A-1B11-8676381ACF7E}"/>
          </ac:spMkLst>
        </pc:spChg>
        <pc:graphicFrameChg chg="mod modGraphic">
          <ac:chgData name="mayur@epcorn.com" userId="8d857f4fd2d1f3c9" providerId="LiveId" clId="{4D9048F2-F110-4217-BA19-6873865FC429}" dt="2026-09-22T05:07:32.231" v="392" actId="1076"/>
          <ac:graphicFrameMkLst>
            <pc:docMk/>
            <pc:sldMk cId="330581104" sldId="265"/>
            <ac:graphicFrameMk id="2" creationId="{5A39EFE6-2E10-E16B-880C-83A9C8BFDE71}"/>
          </ac:graphicFrameMkLst>
        </pc:graphicFrame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6" creationId="{A704F283-F58D-DC1C-7D42-380FEB3C0DFF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10" creationId="{C11A23A7-D514-DC18-EC92-4AF1B77891A0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15" creationId="{285B7871-05F2-B035-AECA-13F48B059853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17" creationId="{F4F4F1ED-B9DA-3418-3444-A18F75742607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19" creationId="{DCE0C11D-7B92-0AA6-CE26-54E829CC2E38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21" creationId="{91E11580-2488-31FC-5B50-4068AACB2CEE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23" creationId="{51E1A263-4EAC-3506-8B86-1AE1636BB065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25" creationId="{B3420962-F07C-6044-A4FB-1D547DD17F63}"/>
          </ac:picMkLst>
        </pc:picChg>
        <pc:picChg chg="mod">
          <ac:chgData name="mayur@epcorn.com" userId="8d857f4fd2d1f3c9" providerId="LiveId" clId="{4D9048F2-F110-4217-BA19-6873865FC429}" dt="2026-09-22T05:09:36.857" v="398" actId="14100"/>
          <ac:picMkLst>
            <pc:docMk/>
            <pc:sldMk cId="330581104" sldId="265"/>
            <ac:picMk id="27" creationId="{F73889BE-2CF4-62A6-AB5C-3AFA85991C08}"/>
          </ac:picMkLst>
        </pc:picChg>
      </pc:sldChg>
      <pc:sldChg chg="addSp delSp modSp mod">
        <pc:chgData name="mayur@epcorn.com" userId="8d857f4fd2d1f3c9" providerId="LiveId" clId="{4D9048F2-F110-4217-BA19-6873865FC429}" dt="2026-09-22T05:11:20.961" v="406" actId="14100"/>
        <pc:sldMkLst>
          <pc:docMk/>
          <pc:sldMk cId="2494809260" sldId="266"/>
        </pc:sldMkLst>
        <pc:spChg chg="add mod ord">
          <ac:chgData name="mayur@epcorn.com" userId="8d857f4fd2d1f3c9" providerId="LiveId" clId="{4D9048F2-F110-4217-BA19-6873865FC429}" dt="2026-09-22T05:11:14.921" v="405" actId="14100"/>
          <ac:spMkLst>
            <pc:docMk/>
            <pc:sldMk cId="2494809260" sldId="266"/>
            <ac:spMk id="3" creationId="{E8702BD0-B17B-AC9A-06B2-F289B5726119}"/>
          </ac:spMkLst>
        </pc:spChg>
        <pc:spChg chg="add del mod">
          <ac:chgData name="mayur@epcorn.com" userId="8d857f4fd2d1f3c9" providerId="LiveId" clId="{4D9048F2-F110-4217-BA19-6873865FC429}" dt="2026-09-22T05:03:44.218" v="384"/>
          <ac:spMkLst>
            <pc:docMk/>
            <pc:sldMk cId="2494809260" sldId="266"/>
            <ac:spMk id="5" creationId="{411B056D-6C2C-06DD-037E-817CAB52A638}"/>
          </ac:spMkLst>
        </pc:spChg>
        <pc:graphicFrameChg chg="mod modGraphic">
          <ac:chgData name="mayur@epcorn.com" userId="8d857f4fd2d1f3c9" providerId="LiveId" clId="{4D9048F2-F110-4217-BA19-6873865FC429}" dt="2026-09-22T05:11:20.961" v="406" actId="14100"/>
          <ac:graphicFrameMkLst>
            <pc:docMk/>
            <pc:sldMk cId="2494809260" sldId="266"/>
            <ac:graphicFrameMk id="2" creationId="{7C2BB0ED-24C5-25FD-21F9-688143821BA9}"/>
          </ac:graphicFrameMkLst>
        </pc:graphicFrameChg>
      </pc:sldChg>
      <pc:sldChg chg="modSp mod">
        <pc:chgData name="mayur@epcorn.com" userId="8d857f4fd2d1f3c9" providerId="LiveId" clId="{4D9048F2-F110-4217-BA19-6873865FC429}" dt="2026-09-22T05:12:18.143" v="407" actId="14100"/>
        <pc:sldMkLst>
          <pc:docMk/>
          <pc:sldMk cId="1354141731" sldId="267"/>
        </pc:sldMkLst>
        <pc:picChg chg="mod">
          <ac:chgData name="mayur@epcorn.com" userId="8d857f4fd2d1f3c9" providerId="LiveId" clId="{4D9048F2-F110-4217-BA19-6873865FC429}" dt="2026-09-22T05:12:18.143" v="407" actId="14100"/>
          <ac:picMkLst>
            <pc:docMk/>
            <pc:sldMk cId="1354141731" sldId="267"/>
            <ac:picMk id="3" creationId="{788ADC04-43C6-A3EB-030B-662AADB75354}"/>
          </ac:picMkLst>
        </pc:picChg>
      </pc:sldChg>
      <pc:sldChg chg="modSp mod">
        <pc:chgData name="mayur@epcorn.com" userId="8d857f4fd2d1f3c9" providerId="LiveId" clId="{4D9048F2-F110-4217-BA19-6873865FC429}" dt="2026-09-01T11:37:01.236" v="341" actId="1076"/>
        <pc:sldMkLst>
          <pc:docMk/>
          <pc:sldMk cId="137707927" sldId="269"/>
        </pc:sldMkLst>
        <pc:spChg chg="mod">
          <ac:chgData name="mayur@epcorn.com" userId="8d857f4fd2d1f3c9" providerId="LiveId" clId="{4D9048F2-F110-4217-BA19-6873865FC429}" dt="2026-09-01T09:01:28.040" v="217" actId="20577"/>
          <ac:spMkLst>
            <pc:docMk/>
            <pc:sldMk cId="137707927" sldId="269"/>
            <ac:spMk id="13" creationId="{DDD89A15-1CC6-C932-1A5B-9C106EB75946}"/>
          </ac:spMkLst>
        </pc:spChg>
        <pc:spChg chg="mod">
          <ac:chgData name="mayur@epcorn.com" userId="8d857f4fd2d1f3c9" providerId="LiveId" clId="{4D9048F2-F110-4217-BA19-6873865FC429}" dt="2026-09-01T11:36:55.637" v="339" actId="1076"/>
          <ac:spMkLst>
            <pc:docMk/>
            <pc:sldMk cId="137707927" sldId="269"/>
            <ac:spMk id="15" creationId="{661FDC72-3128-0EC2-BD3B-15510B4CE4AD}"/>
          </ac:spMkLst>
        </pc:spChg>
        <pc:spChg chg="mod">
          <ac:chgData name="mayur@epcorn.com" userId="8d857f4fd2d1f3c9" providerId="LiveId" clId="{4D9048F2-F110-4217-BA19-6873865FC429}" dt="2026-09-01T09:01:34.299" v="221" actId="20577"/>
          <ac:spMkLst>
            <pc:docMk/>
            <pc:sldMk cId="137707927" sldId="269"/>
            <ac:spMk id="23" creationId="{243374F5-43DD-A0A1-CDE8-CA6D01A326A2}"/>
          </ac:spMkLst>
        </pc:spChg>
        <pc:spChg chg="mod">
          <ac:chgData name="mayur@epcorn.com" userId="8d857f4fd2d1f3c9" providerId="LiveId" clId="{4D9048F2-F110-4217-BA19-6873865FC429}" dt="2026-09-01T11:36:52.962" v="338" actId="1076"/>
          <ac:spMkLst>
            <pc:docMk/>
            <pc:sldMk cId="137707927" sldId="269"/>
            <ac:spMk id="25" creationId="{E8FBC864-C152-2320-8FCA-2EC67717EC96}"/>
          </ac:spMkLst>
        </pc:spChg>
        <pc:spChg chg="mod">
          <ac:chgData name="mayur@epcorn.com" userId="8d857f4fd2d1f3c9" providerId="LiveId" clId="{4D9048F2-F110-4217-BA19-6873865FC429}" dt="2026-09-01T09:01:40.621" v="225" actId="20577"/>
          <ac:spMkLst>
            <pc:docMk/>
            <pc:sldMk cId="137707927" sldId="269"/>
            <ac:spMk id="33" creationId="{95225CAF-6479-486B-08B7-33736BDCC8F4}"/>
          </ac:spMkLst>
        </pc:spChg>
        <pc:spChg chg="mod">
          <ac:chgData name="mayur@epcorn.com" userId="8d857f4fd2d1f3c9" providerId="LiveId" clId="{4D9048F2-F110-4217-BA19-6873865FC429}" dt="2026-09-01T11:36:58.186" v="340" actId="1076"/>
          <ac:spMkLst>
            <pc:docMk/>
            <pc:sldMk cId="137707927" sldId="269"/>
            <ac:spMk id="35" creationId="{328413B5-E752-2691-BA71-4DF4C59684D0}"/>
          </ac:spMkLst>
        </pc:spChg>
        <pc:spChg chg="mod">
          <ac:chgData name="mayur@epcorn.com" userId="8d857f4fd2d1f3c9" providerId="LiveId" clId="{4D9048F2-F110-4217-BA19-6873865FC429}" dt="2026-09-01T09:01:46.621" v="228" actId="20577"/>
          <ac:spMkLst>
            <pc:docMk/>
            <pc:sldMk cId="137707927" sldId="269"/>
            <ac:spMk id="43" creationId="{96EB0AFA-1383-5912-EEE4-B32AD831DFE3}"/>
          </ac:spMkLst>
        </pc:spChg>
        <pc:spChg chg="mod">
          <ac:chgData name="mayur@epcorn.com" userId="8d857f4fd2d1f3c9" providerId="LiveId" clId="{4D9048F2-F110-4217-BA19-6873865FC429}" dt="2026-09-01T11:36:50.874" v="337" actId="1076"/>
          <ac:spMkLst>
            <pc:docMk/>
            <pc:sldMk cId="137707927" sldId="269"/>
            <ac:spMk id="45" creationId="{3D05CEEF-F6A3-D5E3-A4BF-ADF80C736569}"/>
          </ac:spMkLst>
        </pc:spChg>
        <pc:spChg chg="mod">
          <ac:chgData name="mayur@epcorn.com" userId="8d857f4fd2d1f3c9" providerId="LiveId" clId="{4D9048F2-F110-4217-BA19-6873865FC429}" dt="2026-09-01T09:01:54.079" v="233" actId="20577"/>
          <ac:spMkLst>
            <pc:docMk/>
            <pc:sldMk cId="137707927" sldId="269"/>
            <ac:spMk id="53" creationId="{A86FC2D2-0674-F9AD-2C21-0EB516D7D413}"/>
          </ac:spMkLst>
        </pc:spChg>
        <pc:spChg chg="mod">
          <ac:chgData name="mayur@epcorn.com" userId="8d857f4fd2d1f3c9" providerId="LiveId" clId="{4D9048F2-F110-4217-BA19-6873865FC429}" dt="2026-09-01T11:37:01.236" v="341" actId="1076"/>
          <ac:spMkLst>
            <pc:docMk/>
            <pc:sldMk cId="137707927" sldId="269"/>
            <ac:spMk id="55" creationId="{EE7D9468-5672-8B9E-BC0E-AE27CC515EE0}"/>
          </ac:spMkLst>
        </pc:spChg>
      </pc:sldChg>
      <pc:sldChg chg="modSp mod">
        <pc:chgData name="mayur@epcorn.com" userId="8d857f4fd2d1f3c9" providerId="LiveId" clId="{4D9048F2-F110-4217-BA19-6873865FC429}" dt="2026-09-01T09:11:34.208" v="330" actId="20577"/>
        <pc:sldMkLst>
          <pc:docMk/>
          <pc:sldMk cId="3946053424" sldId="270"/>
        </pc:sldMkLst>
        <pc:spChg chg="mod">
          <ac:chgData name="mayur@epcorn.com" userId="8d857f4fd2d1f3c9" providerId="LiveId" clId="{4D9048F2-F110-4217-BA19-6873865FC429}" dt="2026-09-01T09:11:14.389" v="317" actId="20577"/>
          <ac:spMkLst>
            <pc:docMk/>
            <pc:sldMk cId="3946053424" sldId="270"/>
            <ac:spMk id="75" creationId="{A98C0AB0-FA28-1831-3181-D9DC2DFC7E9E}"/>
          </ac:spMkLst>
        </pc:spChg>
        <pc:spChg chg="mod">
          <ac:chgData name="mayur@epcorn.com" userId="8d857f4fd2d1f3c9" providerId="LiveId" clId="{4D9048F2-F110-4217-BA19-6873865FC429}" dt="2026-09-01T09:10:31.530" v="298" actId="20577"/>
          <ac:spMkLst>
            <pc:docMk/>
            <pc:sldMk cId="3946053424" sldId="270"/>
            <ac:spMk id="77" creationId="{D2C6EA65-1781-2754-82CF-0F366F513D87}"/>
          </ac:spMkLst>
        </pc:spChg>
        <pc:spChg chg="mod">
          <ac:chgData name="mayur@epcorn.com" userId="8d857f4fd2d1f3c9" providerId="LiveId" clId="{4D9048F2-F110-4217-BA19-6873865FC429}" dt="2026-09-01T09:11:23.415" v="321" actId="20577"/>
          <ac:spMkLst>
            <pc:docMk/>
            <pc:sldMk cId="3946053424" sldId="270"/>
            <ac:spMk id="85" creationId="{6F1164CE-2276-0BE7-D434-72C43768FD05}"/>
          </ac:spMkLst>
        </pc:spChg>
        <pc:spChg chg="mod">
          <ac:chgData name="mayur@epcorn.com" userId="8d857f4fd2d1f3c9" providerId="LiveId" clId="{4D9048F2-F110-4217-BA19-6873865FC429}" dt="2026-09-01T09:10:37.533" v="302" actId="20577"/>
          <ac:spMkLst>
            <pc:docMk/>
            <pc:sldMk cId="3946053424" sldId="270"/>
            <ac:spMk id="87" creationId="{FE3BFA04-947D-633B-2297-E40B44C12473}"/>
          </ac:spMkLst>
        </pc:spChg>
        <pc:spChg chg="mod">
          <ac:chgData name="mayur@epcorn.com" userId="8d857f4fd2d1f3c9" providerId="LiveId" clId="{4D9048F2-F110-4217-BA19-6873865FC429}" dt="2026-09-01T09:11:26.713" v="323" actId="20577"/>
          <ac:spMkLst>
            <pc:docMk/>
            <pc:sldMk cId="3946053424" sldId="270"/>
            <ac:spMk id="95" creationId="{A5A5A7D3-305D-3614-CA6A-E96F56F67E14}"/>
          </ac:spMkLst>
        </pc:spChg>
        <pc:spChg chg="mod">
          <ac:chgData name="mayur@epcorn.com" userId="8d857f4fd2d1f3c9" providerId="LiveId" clId="{4D9048F2-F110-4217-BA19-6873865FC429}" dt="2026-09-01T09:10:42.454" v="304" actId="20577"/>
          <ac:spMkLst>
            <pc:docMk/>
            <pc:sldMk cId="3946053424" sldId="270"/>
            <ac:spMk id="97" creationId="{CF8F72D5-62BA-4154-CBF3-2C99E7CA24A5}"/>
          </ac:spMkLst>
        </pc:spChg>
        <pc:spChg chg="mod">
          <ac:chgData name="mayur@epcorn.com" userId="8d857f4fd2d1f3c9" providerId="LiveId" clId="{4D9048F2-F110-4217-BA19-6873865FC429}" dt="2026-09-01T09:11:30.439" v="328" actId="20577"/>
          <ac:spMkLst>
            <pc:docMk/>
            <pc:sldMk cId="3946053424" sldId="270"/>
            <ac:spMk id="105" creationId="{BA7F22C9-BA94-3320-EA86-A793CFA4BDF3}"/>
          </ac:spMkLst>
        </pc:spChg>
        <pc:spChg chg="mod">
          <ac:chgData name="mayur@epcorn.com" userId="8d857f4fd2d1f3c9" providerId="LiveId" clId="{4D9048F2-F110-4217-BA19-6873865FC429}" dt="2026-09-01T09:10:45.726" v="306" actId="20577"/>
          <ac:spMkLst>
            <pc:docMk/>
            <pc:sldMk cId="3946053424" sldId="270"/>
            <ac:spMk id="107" creationId="{0095F8C6-99AC-D7E7-BEB2-A1945168E2AF}"/>
          </ac:spMkLst>
        </pc:spChg>
        <pc:spChg chg="mod">
          <ac:chgData name="mayur@epcorn.com" userId="8d857f4fd2d1f3c9" providerId="LiveId" clId="{4D9048F2-F110-4217-BA19-6873865FC429}" dt="2026-09-01T09:11:34.208" v="330" actId="20577"/>
          <ac:spMkLst>
            <pc:docMk/>
            <pc:sldMk cId="3946053424" sldId="270"/>
            <ac:spMk id="115" creationId="{EAB48A8F-0412-6E05-CB22-00E281AAFCC4}"/>
          </ac:spMkLst>
        </pc:spChg>
        <pc:spChg chg="mod">
          <ac:chgData name="mayur@epcorn.com" userId="8d857f4fd2d1f3c9" providerId="LiveId" clId="{4D9048F2-F110-4217-BA19-6873865FC429}" dt="2026-09-01T09:10:50.573" v="309" actId="20577"/>
          <ac:spMkLst>
            <pc:docMk/>
            <pc:sldMk cId="3946053424" sldId="270"/>
            <ac:spMk id="117" creationId="{9F76F5F6-7122-0A8C-8765-C92BB7A8E3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AA44D-322E-4924-85AF-797BC8769CA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52F50-7914-4ACE-8ACD-CBB563F88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72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52F50-7914-4ACE-8ACD-CBB563F88AD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231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10" Type="http://schemas.openxmlformats.org/officeDocument/2006/relationships/image" Target="../media/image25.jpg"/><Relationship Id="rId4" Type="http://schemas.openxmlformats.org/officeDocument/2006/relationships/image" Target="../media/image19.jpg"/><Relationship Id="rId9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Relationship Id="rId9" Type="http://schemas.openxmlformats.org/officeDocument/2006/relationships/image" Target="../media/image3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1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50DC31E-8641-ABE6-2E2F-968003CD0970}"/>
              </a:ext>
            </a:extLst>
          </p:cNvPr>
          <p:cNvSpPr txBox="1"/>
          <p:nvPr/>
        </p:nvSpPr>
        <p:spPr>
          <a:xfrm>
            <a:off x="390661" y="6234217"/>
            <a:ext cx="16754339" cy="3471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 Name: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{CLIENT}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Meet at site: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	{MEETUP}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Category: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{SITETYPE}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Address: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{ADDRESS}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Inspection Date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{INSPECTIONDATE}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Inspected By: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{AUDITOR}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9D5C3F8-1A02-CB9B-5A4B-FF0B34FFFA59}"/>
              </a:ext>
            </a:extLst>
          </p:cNvPr>
          <p:cNvSpPr/>
          <p:nvPr/>
        </p:nvSpPr>
        <p:spPr>
          <a:xfrm>
            <a:off x="2687379" y="185182"/>
            <a:ext cx="12722174" cy="3360627"/>
          </a:xfrm>
          <a:custGeom>
            <a:avLst/>
            <a:gdLst/>
            <a:ahLst/>
            <a:cxnLst/>
            <a:rect l="l" t="t" r="r" b="b"/>
            <a:pathLst>
              <a:path w="12722174" h="3360627">
                <a:moveTo>
                  <a:pt x="0" y="0"/>
                </a:moveTo>
                <a:lnTo>
                  <a:pt x="12722174" y="0"/>
                </a:lnTo>
                <a:lnTo>
                  <a:pt x="12722174" y="3360626"/>
                </a:lnTo>
                <a:lnTo>
                  <a:pt x="0" y="3360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34" t="-208901" r="-7512" b="-178858"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E1D44B-60BC-CC75-99D6-7E68189178A3}"/>
              </a:ext>
            </a:extLst>
          </p:cNvPr>
          <p:cNvSpPr txBox="1"/>
          <p:nvPr/>
        </p:nvSpPr>
        <p:spPr>
          <a:xfrm>
            <a:off x="1392072" y="3996975"/>
            <a:ext cx="16118688" cy="153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Consolidated Audit Findings &amp; Root Cause Analysis Report</a:t>
            </a:r>
          </a:p>
          <a:p>
            <a:pPr algn="l">
              <a:lnSpc>
                <a:spcPts val="5919"/>
              </a:lnSpc>
              <a:spcBef>
                <a:spcPct val="0"/>
              </a:spcBef>
            </a:pPr>
            <a:endParaRPr lang="en-US" sz="42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40690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109728" cy="17373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4747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46C74"/>
                </a:solidFill>
                <a:latin typeface="Aptos"/>
              </a:rPr>
              <a:t>OVERALL AUDIT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474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200" b="1" dirty="0"/>
              <a:t>{</a:t>
            </a:r>
            <a:r>
              <a:rPr lang="en-US" sz="3200" b="1" dirty="0" err="1"/>
              <a:t>Oscore</a:t>
            </a:r>
            <a:r>
              <a:rPr lang="en-US" sz="3200" b="1" dirty="0"/>
              <a:t>}%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3200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646C74"/>
                </a:solidFill>
                <a:latin typeface="Aptos"/>
              </a:rPr>
              <a:t>Achieved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508760"/>
            <a:ext cx="40690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4846320" y="1508760"/>
            <a:ext cx="109728" cy="17373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29198" y="1736913"/>
            <a:ext cx="397764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46C74"/>
                </a:solidFill>
                <a:latin typeface="Aptos"/>
              </a:rPr>
              <a:t>PEST ACTIVITY &amp;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2240280"/>
            <a:ext cx="3474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200" b="1" dirty="0"/>
              <a:t>{</a:t>
            </a:r>
            <a:r>
              <a:rPr lang="en-US" sz="3200" b="1" dirty="0" err="1"/>
              <a:t>Pscore</a:t>
            </a:r>
            <a:r>
              <a:rPr lang="en-US" sz="3200" b="1" dirty="0"/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2761488"/>
            <a:ext cx="3200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46C74"/>
                </a:solidFill>
                <a:latin typeface="Aptos"/>
              </a:rPr>
              <a:t>Achieved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508760"/>
            <a:ext cx="40690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9281159" y="1508760"/>
            <a:ext cx="109728" cy="173736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9372598" y="1508760"/>
            <a:ext cx="397764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46C74"/>
                </a:solidFill>
                <a:latin typeface="Aptos"/>
              </a:rPr>
              <a:t>INFRASTRUCTURE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1106" y="2219653"/>
            <a:ext cx="3474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200" b="1" dirty="0"/>
              <a:t>{</a:t>
            </a:r>
            <a:r>
              <a:rPr lang="en-US" sz="3200" b="1" dirty="0" err="1"/>
              <a:t>Iscore</a:t>
            </a:r>
            <a:r>
              <a:rPr lang="en-US" sz="3200" b="1" dirty="0"/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9" y="2761488"/>
            <a:ext cx="3200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46C74"/>
                </a:solidFill>
                <a:latin typeface="Aptos"/>
              </a:rPr>
              <a:t>Achieved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5999" y="1508760"/>
            <a:ext cx="40690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13715999" y="1508760"/>
            <a:ext cx="109728" cy="173736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3944600" y="1560158"/>
            <a:ext cx="3474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46C74"/>
                </a:solidFill>
                <a:latin typeface="Aptos"/>
              </a:rPr>
              <a:t>SANITATION &amp; HOUSEKEEPING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36039" y="2240280"/>
            <a:ext cx="3474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200" b="1" dirty="0"/>
              <a:t>{</a:t>
            </a:r>
            <a:r>
              <a:rPr lang="en-US" sz="3200" b="1" dirty="0" err="1"/>
              <a:t>Sscore</a:t>
            </a:r>
            <a:r>
              <a:rPr lang="en-US" sz="3200" b="1" dirty="0"/>
              <a:t>}</a:t>
            </a:r>
            <a:endParaRPr sz="32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036039" y="2761488"/>
            <a:ext cx="3200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46C74"/>
                </a:solidFill>
                <a:latin typeface="Aptos"/>
              </a:rPr>
              <a:t>Achieved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16733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91919"/>
                </a:solidFill>
                <a:latin typeface="Aptos"/>
              </a:rPr>
              <a:t>• Live cockroach activity was recorded in </a:t>
            </a:r>
            <a:r>
              <a:rPr sz="2800" b="0" dirty="0" err="1">
                <a:solidFill>
                  <a:srgbClr val="191919"/>
                </a:solidFill>
                <a:latin typeface="Aptos"/>
              </a:rPr>
              <a:t>Nushara</a:t>
            </a:r>
            <a:r>
              <a:rPr sz="2800" b="0" dirty="0">
                <a:solidFill>
                  <a:srgbClr val="191919"/>
                </a:solidFill>
                <a:latin typeface="Aptos"/>
              </a:rPr>
              <a:t> Kitchen under platforms.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15968"/>
            <a:ext cx="16733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91919"/>
                </a:solidFill>
                <a:latin typeface="Aptos"/>
              </a:rPr>
              <a:t>• Bed bug activity was reported/observed in guest rooms.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74336"/>
            <a:ext cx="16733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91919"/>
                </a:solidFill>
                <a:latin typeface="Aptos"/>
              </a:rPr>
              <a:t>• Fresh rodent droppings were noted within shafts; rodent footprints were observed on a </a:t>
            </a:r>
            <a:r>
              <a:rPr sz="2800" b="0" dirty="0" err="1">
                <a:solidFill>
                  <a:srgbClr val="191919"/>
                </a:solidFill>
                <a:latin typeface="Aptos"/>
              </a:rPr>
              <a:t>glueboard</a:t>
            </a:r>
            <a:r>
              <a:rPr sz="2800" b="0" dirty="0">
                <a:solidFill>
                  <a:srgbClr val="191919"/>
                </a:solidFill>
                <a:latin typeface="Apto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3"/>
            <a:ext cx="16733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91919"/>
                </a:solidFill>
                <a:latin typeface="Aptos"/>
              </a:rPr>
              <a:t>• Wall/ceiling gaps and open service shafts were identified as potential pest access/</a:t>
            </a:r>
            <a:r>
              <a:rPr sz="2800" b="0" dirty="0" err="1">
                <a:solidFill>
                  <a:srgbClr val="191919"/>
                </a:solidFill>
                <a:latin typeface="Aptos"/>
              </a:rPr>
              <a:t>harbourage</a:t>
            </a:r>
            <a:r>
              <a:rPr sz="2800" b="0" dirty="0">
                <a:solidFill>
                  <a:srgbClr val="191919"/>
                </a:solidFill>
                <a:latin typeface="Aptos"/>
              </a:rPr>
              <a:t> points.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91071"/>
            <a:ext cx="16733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91919"/>
                </a:solidFill>
                <a:latin typeface="Aptos"/>
              </a:rPr>
              <a:t>• Waste holding area requires better housekeeping and sanitation.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949439"/>
            <a:ext cx="167335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91919"/>
                </a:solidFill>
                <a:latin typeface="Aptos"/>
              </a:rPr>
              <a:t>• Hotel operations section records pest activity concerns in guest rooms, kitchen, restaurant, banquet area and garbage holding area.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1919"/>
                </a:solidFill>
                <a:latin typeface="Aptos"/>
              </a:rPr>
              <a:t>PEST ACTIVITY – KEY </a:t>
            </a:r>
            <a:r>
              <a:rPr sz="3200" b="1" dirty="0">
                <a:solidFill>
                  <a:srgbClr val="191919"/>
                </a:solidFill>
                <a:latin typeface="Aptos"/>
              </a:rPr>
              <a:t>FINDINGS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74650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6C74"/>
                </a:solidFill>
                <a:latin typeface="Aptos"/>
              </a:rPr>
              <a:t>Recorded observations from the audit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508760"/>
            <a:ext cx="8275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77989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63453"/>
                </a:solidFill>
                <a:latin typeface="Aptos"/>
              </a:rPr>
              <a:t>Live cockroach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{COMMENT0}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71235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0" dirty="0">
                <a:solidFill>
                  <a:srgbClr val="191919"/>
                </a:solidFill>
                <a:latin typeface="Aptos"/>
              </a:rPr>
              <a:t>{SPECIFICATION0}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326880" y="15087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9326880" y="1508760"/>
            <a:ext cx="109728" cy="22402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9646920" y="17373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Cockroach Egg Cases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46920" y="2194560"/>
            <a:ext cx="8275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{COMMENT1}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6920" y="2761594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{SPECIFICATION1}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50292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Rodent droppings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{COMMENT2}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8" y="5185872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{SPECIFICATION2}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32688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932688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964692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163453"/>
                </a:solidFill>
                <a:latin typeface="Aptos"/>
              </a:rPr>
              <a:t>Live Rodent 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4692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{COMMENT3}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15499" y="5397192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{SPECIFICATION3}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6537960"/>
            <a:ext cx="8275320" cy="2491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502920" y="6537960"/>
            <a:ext cx="109728" cy="20574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22960" y="6766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Dead Pest Found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72237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{COMMENT4}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8388" y="7818273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{SPECIFICATION4}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3</a:t>
            </a:r>
          </a:p>
        </p:txBody>
      </p:sp>
      <p:sp>
        <p:nvSpPr>
          <p:cNvPr id="43" name="Rounded Rectangle 18">
            <a:extLst>
              <a:ext uri="{FF2B5EF4-FFF2-40B4-BE49-F238E27FC236}">
                <a16:creationId xmlns:a16="http://schemas.microsoft.com/office/drawing/2014/main" id="{CB5C6503-3CE5-93F2-61D8-C161D4300D4C}"/>
              </a:ext>
            </a:extLst>
          </p:cNvPr>
          <p:cNvSpPr/>
          <p:nvPr/>
        </p:nvSpPr>
        <p:spPr>
          <a:xfrm>
            <a:off x="9509760" y="6725305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F1BE60-7BC2-B875-3BB3-8342871F8D42}"/>
              </a:ext>
            </a:extLst>
          </p:cNvPr>
          <p:cNvSpPr/>
          <p:nvPr/>
        </p:nvSpPr>
        <p:spPr>
          <a:xfrm>
            <a:off x="9326880" y="6828229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0AC18D-EE07-42FA-45AA-F370491FB13F}"/>
              </a:ext>
            </a:extLst>
          </p:cNvPr>
          <p:cNvSpPr txBox="1"/>
          <p:nvPr/>
        </p:nvSpPr>
        <p:spPr>
          <a:xfrm>
            <a:off x="9646920" y="6871822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b="1" dirty="0">
                <a:solidFill>
                  <a:srgbClr val="163453"/>
                </a:solidFill>
                <a:latin typeface="Aptos"/>
              </a:rPr>
              <a:t>Flying insect (flies, mosquitoes, moths, etc.)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B9011F-1C3E-D163-51BE-2BAE54956116}"/>
              </a:ext>
            </a:extLst>
          </p:cNvPr>
          <p:cNvSpPr txBox="1"/>
          <p:nvPr/>
        </p:nvSpPr>
        <p:spPr>
          <a:xfrm>
            <a:off x="9646920" y="733582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{COMMENT5}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E9FAC-1693-177A-6B19-69FB12E2B4A5}"/>
              </a:ext>
            </a:extLst>
          </p:cNvPr>
          <p:cNvSpPr txBox="1"/>
          <p:nvPr/>
        </p:nvSpPr>
        <p:spPr>
          <a:xfrm>
            <a:off x="9715500" y="7965593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{SPECIFICATION5}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9966C-0663-790A-FAB8-63BAC5806876}"/>
              </a:ext>
            </a:extLst>
          </p:cNvPr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1919"/>
                </a:solidFill>
                <a:latin typeface="Aptos"/>
              </a:rPr>
              <a:t>PEST ACTIVITY – KEY </a:t>
            </a:r>
            <a:r>
              <a:rPr sz="3200" b="1" dirty="0">
                <a:solidFill>
                  <a:srgbClr val="191919"/>
                </a:solidFill>
                <a:latin typeface="Aptos"/>
              </a:rPr>
              <a:t>FINDINGS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CD445-731B-B916-C614-E0AD76E6D935}"/>
              </a:ext>
            </a:extLst>
          </p:cNvPr>
          <p:cNvSpPr txBox="1"/>
          <p:nvPr/>
        </p:nvSpPr>
        <p:spPr>
          <a:xfrm>
            <a:off x="411480" y="914400"/>
            <a:ext cx="174650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6C74"/>
                </a:solidFill>
                <a:latin typeface="Aptos"/>
              </a:rPr>
              <a:t>Recorded observations from the audit matrix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CF1C5CD-9048-4292-6997-5C0792ED9376}"/>
              </a:ext>
            </a:extLst>
          </p:cNvPr>
          <p:cNvSpPr/>
          <p:nvPr/>
        </p:nvSpPr>
        <p:spPr>
          <a:xfrm>
            <a:off x="480060" y="1508760"/>
            <a:ext cx="8275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D3B05D-8A2B-E95D-6010-ED34013F1841}"/>
              </a:ext>
            </a:extLst>
          </p:cNvPr>
          <p:cNvSpPr/>
          <p:nvPr/>
        </p:nvSpPr>
        <p:spPr>
          <a:xfrm>
            <a:off x="448056" y="1458575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B97A8-6EA9-F1C3-F520-72FCA0FDFD99}"/>
              </a:ext>
            </a:extLst>
          </p:cNvPr>
          <p:cNvSpPr txBox="1"/>
          <p:nvPr/>
        </p:nvSpPr>
        <p:spPr>
          <a:xfrm>
            <a:off x="891540" y="154331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b="1" dirty="0">
                <a:solidFill>
                  <a:srgbClr val="163453"/>
                </a:solidFill>
                <a:latin typeface="Aptos"/>
              </a:rPr>
              <a:t>Missing Pest Control Devices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D89A15-1CC6-C932-1A5B-9C106EB75946}"/>
              </a:ext>
            </a:extLst>
          </p:cNvPr>
          <p:cNvSpPr txBox="1"/>
          <p:nvPr/>
        </p:nvSpPr>
        <p:spPr>
          <a:xfrm>
            <a:off x="822960" y="2194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{COMMENT6}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FDC72-3128-0EC2-BD3B-15510B4CE4AD}"/>
              </a:ext>
            </a:extLst>
          </p:cNvPr>
          <p:cNvSpPr txBox="1"/>
          <p:nvPr/>
        </p:nvSpPr>
        <p:spPr>
          <a:xfrm>
            <a:off x="822960" y="278892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0" dirty="0">
                <a:solidFill>
                  <a:srgbClr val="191919"/>
                </a:solidFill>
                <a:latin typeface="Aptos"/>
              </a:rPr>
              <a:t>{SPECIFICATION6}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983D0D0D-E4D8-E92C-8068-0EC6C3A0E2CC}"/>
              </a:ext>
            </a:extLst>
          </p:cNvPr>
          <p:cNvSpPr/>
          <p:nvPr/>
        </p:nvSpPr>
        <p:spPr>
          <a:xfrm>
            <a:off x="9326880" y="15087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CB4EFE-6C67-3B47-0ADC-A7551BD77E7E}"/>
              </a:ext>
            </a:extLst>
          </p:cNvPr>
          <p:cNvSpPr/>
          <p:nvPr/>
        </p:nvSpPr>
        <p:spPr>
          <a:xfrm>
            <a:off x="9326880" y="1508760"/>
            <a:ext cx="109728" cy="22402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DBEF45-6CAD-F420-6B4D-E1A713F073FB}"/>
              </a:ext>
            </a:extLst>
          </p:cNvPr>
          <p:cNvSpPr txBox="1"/>
          <p:nvPr/>
        </p:nvSpPr>
        <p:spPr>
          <a:xfrm>
            <a:off x="9770364" y="1704511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b="1" dirty="0">
                <a:solidFill>
                  <a:srgbClr val="163453"/>
                </a:solidFill>
                <a:latin typeface="Aptos"/>
              </a:rPr>
              <a:t>Insect Activity Near Waste Disposal Area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3374F5-43DD-A0A1-CDE8-CA6D01A326A2}"/>
              </a:ext>
            </a:extLst>
          </p:cNvPr>
          <p:cNvSpPr txBox="1"/>
          <p:nvPr/>
        </p:nvSpPr>
        <p:spPr>
          <a:xfrm>
            <a:off x="9646920" y="2194560"/>
            <a:ext cx="8275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{COMMENT7}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FBC864-C152-2320-8FCA-2EC67717EC96}"/>
              </a:ext>
            </a:extLst>
          </p:cNvPr>
          <p:cNvSpPr txBox="1"/>
          <p:nvPr/>
        </p:nvSpPr>
        <p:spPr>
          <a:xfrm>
            <a:off x="9646920" y="2874779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{SPECIFICATION7}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FFE5EC14-C90B-E43A-1544-05D2EB301C74}"/>
              </a:ext>
            </a:extLst>
          </p:cNvPr>
          <p:cNvSpPr/>
          <p:nvPr/>
        </p:nvSpPr>
        <p:spPr>
          <a:xfrm>
            <a:off x="50292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B5ABA2-1C67-11AC-7508-8A6BACBBA9A1}"/>
              </a:ext>
            </a:extLst>
          </p:cNvPr>
          <p:cNvSpPr/>
          <p:nvPr/>
        </p:nvSpPr>
        <p:spPr>
          <a:xfrm>
            <a:off x="50292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F91F58-C9D6-0635-34B8-88548881F5EF}"/>
              </a:ext>
            </a:extLst>
          </p:cNvPr>
          <p:cNvSpPr txBox="1"/>
          <p:nvPr/>
        </p:nvSpPr>
        <p:spPr>
          <a:xfrm>
            <a:off x="82296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Lizard Infestation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225CAF-6479-486B-08B7-33736BDCC8F4}"/>
              </a:ext>
            </a:extLst>
          </p:cNvPr>
          <p:cNvSpPr txBox="1"/>
          <p:nvPr/>
        </p:nvSpPr>
        <p:spPr>
          <a:xfrm>
            <a:off x="82296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{COMMENT8}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8413B5-E752-2691-BA71-4DF4C59684D0}"/>
              </a:ext>
            </a:extLst>
          </p:cNvPr>
          <p:cNvSpPr txBox="1"/>
          <p:nvPr/>
        </p:nvSpPr>
        <p:spPr>
          <a:xfrm>
            <a:off x="822960" y="5353705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{SPECIFICATION8}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B8A0DEF4-489F-9F0B-3EBD-5D85DA02A0A9}"/>
              </a:ext>
            </a:extLst>
          </p:cNvPr>
          <p:cNvSpPr/>
          <p:nvPr/>
        </p:nvSpPr>
        <p:spPr>
          <a:xfrm>
            <a:off x="932688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29B069-C88C-9C68-1D8C-FF1DC1DB4F4E}"/>
              </a:ext>
            </a:extLst>
          </p:cNvPr>
          <p:cNvSpPr/>
          <p:nvPr/>
        </p:nvSpPr>
        <p:spPr>
          <a:xfrm>
            <a:off x="932688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6A0B98-335C-114F-F692-71FF8EB32CE4}"/>
              </a:ext>
            </a:extLst>
          </p:cNvPr>
          <p:cNvSpPr txBox="1"/>
          <p:nvPr/>
        </p:nvSpPr>
        <p:spPr>
          <a:xfrm>
            <a:off x="964692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163453"/>
                </a:solidFill>
                <a:latin typeface="Aptos"/>
              </a:rPr>
              <a:t>Missing Cockroach Trap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EB0AFA-1383-5912-EEE4-B32AD831DFE3}"/>
              </a:ext>
            </a:extLst>
          </p:cNvPr>
          <p:cNvSpPr txBox="1"/>
          <p:nvPr/>
        </p:nvSpPr>
        <p:spPr>
          <a:xfrm>
            <a:off x="964692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{COMMENT9}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05CEEF-F6A3-D5E3-A4BF-ADF80C736569}"/>
              </a:ext>
            </a:extLst>
          </p:cNvPr>
          <p:cNvSpPr txBox="1"/>
          <p:nvPr/>
        </p:nvSpPr>
        <p:spPr>
          <a:xfrm>
            <a:off x="9715500" y="5397192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{SPECIFICATION9}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207EDB51-B195-0D22-2444-7F1FDBB9CD15}"/>
              </a:ext>
            </a:extLst>
          </p:cNvPr>
          <p:cNvSpPr/>
          <p:nvPr/>
        </p:nvSpPr>
        <p:spPr>
          <a:xfrm>
            <a:off x="502920" y="6537960"/>
            <a:ext cx="8275320" cy="2491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68D993-B233-F5D4-0E05-CBA7B1674B28}"/>
              </a:ext>
            </a:extLst>
          </p:cNvPr>
          <p:cNvSpPr/>
          <p:nvPr/>
        </p:nvSpPr>
        <p:spPr>
          <a:xfrm>
            <a:off x="502920" y="6537960"/>
            <a:ext cx="109728" cy="20574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B8D470-32F6-CF20-C5E0-E5B93BA35060}"/>
              </a:ext>
            </a:extLst>
          </p:cNvPr>
          <p:cNvSpPr txBox="1"/>
          <p:nvPr/>
        </p:nvSpPr>
        <p:spPr>
          <a:xfrm>
            <a:off x="822960" y="6766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Missing Rodent Trap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6FC2D2-0674-F9AD-2C21-0EB516D7D413}"/>
              </a:ext>
            </a:extLst>
          </p:cNvPr>
          <p:cNvSpPr txBox="1"/>
          <p:nvPr/>
        </p:nvSpPr>
        <p:spPr>
          <a:xfrm>
            <a:off x="822960" y="72237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{COMMENT10}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7D9468-5672-8B9E-BC0E-AE27CC515EE0}"/>
              </a:ext>
            </a:extLst>
          </p:cNvPr>
          <p:cNvSpPr txBox="1"/>
          <p:nvPr/>
        </p:nvSpPr>
        <p:spPr>
          <a:xfrm>
            <a:off x="822959" y="7951431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{SPECIFICATION10}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FCC19D-C481-07DF-2FFA-A0904A04CDFC}"/>
              </a:ext>
            </a:extLst>
          </p:cNvPr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770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INFRASTRUCTURE NON-CONFORMITIES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410" y="796751"/>
            <a:ext cx="1746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46C74"/>
                </a:solidFill>
                <a:latin typeface="Aptos"/>
              </a:rPr>
              <a:t>Specific locations recorded in the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4</a:t>
            </a:r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0433BFA9-6007-F1EC-0F83-B6BD848DBA2C}"/>
              </a:ext>
            </a:extLst>
          </p:cNvPr>
          <p:cNvSpPr/>
          <p:nvPr/>
        </p:nvSpPr>
        <p:spPr>
          <a:xfrm>
            <a:off x="480060" y="1508760"/>
            <a:ext cx="8275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0A2EE9-B00D-BD17-7A35-BD4F8DF7E920}"/>
              </a:ext>
            </a:extLst>
          </p:cNvPr>
          <p:cNvSpPr/>
          <p:nvPr/>
        </p:nvSpPr>
        <p:spPr>
          <a:xfrm>
            <a:off x="502920" y="15087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F13ACF-425D-8057-D71D-7D4286800982}"/>
              </a:ext>
            </a:extLst>
          </p:cNvPr>
          <p:cNvSpPr txBox="1"/>
          <p:nvPr/>
        </p:nvSpPr>
        <p:spPr>
          <a:xfrm>
            <a:off x="822960" y="177989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63453"/>
                </a:solidFill>
                <a:latin typeface="Aptos"/>
              </a:rPr>
              <a:t>Wall Cracks/Gaps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AC08A6-568C-3DB3-D67A-63DB31210A77}"/>
              </a:ext>
            </a:extLst>
          </p:cNvPr>
          <p:cNvSpPr txBox="1"/>
          <p:nvPr/>
        </p:nvSpPr>
        <p:spPr>
          <a:xfrm>
            <a:off x="822960" y="2194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{INFRACOM0}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F786BB-4765-B0FB-DA87-B653980776A1}"/>
              </a:ext>
            </a:extLst>
          </p:cNvPr>
          <p:cNvSpPr txBox="1"/>
          <p:nvPr/>
        </p:nvSpPr>
        <p:spPr>
          <a:xfrm>
            <a:off x="822960" y="2923869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0" dirty="0">
                <a:solidFill>
                  <a:srgbClr val="191919"/>
                </a:solidFill>
                <a:latin typeface="Aptos"/>
              </a:rPr>
              <a:t>{INFRASP0}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EFB47AF8-E48B-6971-3CF1-7D65A4B4BF7B}"/>
              </a:ext>
            </a:extLst>
          </p:cNvPr>
          <p:cNvSpPr/>
          <p:nvPr/>
        </p:nvSpPr>
        <p:spPr>
          <a:xfrm>
            <a:off x="9326880" y="15087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F69ED0-3A64-B83B-AD21-FD159FDF6581}"/>
              </a:ext>
            </a:extLst>
          </p:cNvPr>
          <p:cNvSpPr/>
          <p:nvPr/>
        </p:nvSpPr>
        <p:spPr>
          <a:xfrm>
            <a:off x="9326880" y="1508760"/>
            <a:ext cx="109728" cy="22402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BADA67-186A-1238-BA36-B5C9A126BEF7}"/>
              </a:ext>
            </a:extLst>
          </p:cNvPr>
          <p:cNvSpPr txBox="1"/>
          <p:nvPr/>
        </p:nvSpPr>
        <p:spPr>
          <a:xfrm>
            <a:off x="9646920" y="17373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Floor Cracks/Gaps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770472-F3A0-A12D-2814-65E421F98003}"/>
              </a:ext>
            </a:extLst>
          </p:cNvPr>
          <p:cNvSpPr txBox="1"/>
          <p:nvPr/>
        </p:nvSpPr>
        <p:spPr>
          <a:xfrm>
            <a:off x="9646920" y="2194560"/>
            <a:ext cx="8275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{INFRACOM1}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C361A3-CCDF-3582-7B83-11C647A8A398}"/>
              </a:ext>
            </a:extLst>
          </p:cNvPr>
          <p:cNvSpPr txBox="1"/>
          <p:nvPr/>
        </p:nvSpPr>
        <p:spPr>
          <a:xfrm>
            <a:off x="9646920" y="3092819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{INFRASP1}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60" name="Rounded Rectangle 13">
            <a:extLst>
              <a:ext uri="{FF2B5EF4-FFF2-40B4-BE49-F238E27FC236}">
                <a16:creationId xmlns:a16="http://schemas.microsoft.com/office/drawing/2014/main" id="{988F9C1C-BEFE-7625-8619-09BA31FB86FE}"/>
              </a:ext>
            </a:extLst>
          </p:cNvPr>
          <p:cNvSpPr/>
          <p:nvPr/>
        </p:nvSpPr>
        <p:spPr>
          <a:xfrm>
            <a:off x="50292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A31AEB2-7DB3-F62C-5453-DE0F3701B208}"/>
              </a:ext>
            </a:extLst>
          </p:cNvPr>
          <p:cNvSpPr/>
          <p:nvPr/>
        </p:nvSpPr>
        <p:spPr>
          <a:xfrm>
            <a:off x="50292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85F5D3-BB82-4312-ED94-CAD5A410D4D2}"/>
              </a:ext>
            </a:extLst>
          </p:cNvPr>
          <p:cNvSpPr txBox="1"/>
          <p:nvPr/>
        </p:nvSpPr>
        <p:spPr>
          <a:xfrm>
            <a:off x="82296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Ceiling Cracks/Gaps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993B65-A207-69BD-3D24-4E4A892158A0}"/>
              </a:ext>
            </a:extLst>
          </p:cNvPr>
          <p:cNvSpPr txBox="1"/>
          <p:nvPr/>
        </p:nvSpPr>
        <p:spPr>
          <a:xfrm>
            <a:off x="82296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{INFRACOM2}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5BFB1D-7267-EDB3-8CB9-50937186F563}"/>
              </a:ext>
            </a:extLst>
          </p:cNvPr>
          <p:cNvSpPr txBox="1"/>
          <p:nvPr/>
        </p:nvSpPr>
        <p:spPr>
          <a:xfrm>
            <a:off x="822960" y="557784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{INFRASP2}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70" name="Rounded Rectangle 18">
            <a:extLst>
              <a:ext uri="{FF2B5EF4-FFF2-40B4-BE49-F238E27FC236}">
                <a16:creationId xmlns:a16="http://schemas.microsoft.com/office/drawing/2014/main" id="{9849A7AC-46D8-34EA-7A85-ADB26E1B249D}"/>
              </a:ext>
            </a:extLst>
          </p:cNvPr>
          <p:cNvSpPr/>
          <p:nvPr/>
        </p:nvSpPr>
        <p:spPr>
          <a:xfrm>
            <a:off x="932688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B1C1CE7-1FC1-620D-2C99-83EB74E5F888}"/>
              </a:ext>
            </a:extLst>
          </p:cNvPr>
          <p:cNvSpPr/>
          <p:nvPr/>
        </p:nvSpPr>
        <p:spPr>
          <a:xfrm>
            <a:off x="932688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13FA6C1-8709-92D2-B4D6-BC5944DD0811}"/>
              </a:ext>
            </a:extLst>
          </p:cNvPr>
          <p:cNvSpPr txBox="1"/>
          <p:nvPr/>
        </p:nvSpPr>
        <p:spPr>
          <a:xfrm>
            <a:off x="964692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163453"/>
                </a:solidFill>
                <a:latin typeface="Aptos"/>
              </a:rPr>
              <a:t>Gaps Around Door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401E17-750A-7F45-F23F-820814909245}"/>
              </a:ext>
            </a:extLst>
          </p:cNvPr>
          <p:cNvSpPr txBox="1"/>
          <p:nvPr/>
        </p:nvSpPr>
        <p:spPr>
          <a:xfrm>
            <a:off x="964692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{INFRACOM3}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ED5D36-01A1-7D4C-26D2-4D08E4D2161A}"/>
              </a:ext>
            </a:extLst>
          </p:cNvPr>
          <p:cNvSpPr txBox="1"/>
          <p:nvPr/>
        </p:nvSpPr>
        <p:spPr>
          <a:xfrm>
            <a:off x="9715500" y="5790491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{INFRASP3}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80" name="Rounded Rectangle 23">
            <a:extLst>
              <a:ext uri="{FF2B5EF4-FFF2-40B4-BE49-F238E27FC236}">
                <a16:creationId xmlns:a16="http://schemas.microsoft.com/office/drawing/2014/main" id="{5FAA21A7-402E-97C7-EFD9-D6719F455504}"/>
              </a:ext>
            </a:extLst>
          </p:cNvPr>
          <p:cNvSpPr/>
          <p:nvPr/>
        </p:nvSpPr>
        <p:spPr>
          <a:xfrm>
            <a:off x="502920" y="6537960"/>
            <a:ext cx="8275320" cy="2491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12571B5-B26B-0E99-C864-343A66EDEF29}"/>
              </a:ext>
            </a:extLst>
          </p:cNvPr>
          <p:cNvSpPr/>
          <p:nvPr/>
        </p:nvSpPr>
        <p:spPr>
          <a:xfrm>
            <a:off x="502920" y="6537960"/>
            <a:ext cx="109728" cy="20574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C09187-899C-567E-F1C6-7F4D0B7A45FE}"/>
              </a:ext>
            </a:extLst>
          </p:cNvPr>
          <p:cNvSpPr txBox="1"/>
          <p:nvPr/>
        </p:nvSpPr>
        <p:spPr>
          <a:xfrm>
            <a:off x="822960" y="6766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Window Improperly Sealed/Damaged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82EF41-2EB8-926B-950B-70CCB7C0A272}"/>
              </a:ext>
            </a:extLst>
          </p:cNvPr>
          <p:cNvSpPr txBox="1"/>
          <p:nvPr/>
        </p:nvSpPr>
        <p:spPr>
          <a:xfrm>
            <a:off x="822960" y="72237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{INFRACOM4}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3B055C-5709-5AFE-423E-2F3E0211AA48}"/>
              </a:ext>
            </a:extLst>
          </p:cNvPr>
          <p:cNvSpPr txBox="1"/>
          <p:nvPr/>
        </p:nvSpPr>
        <p:spPr>
          <a:xfrm>
            <a:off x="822959" y="836452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{INFRASP4}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C8762E8-AA8F-5653-1B07-A87FE81B7526}"/>
              </a:ext>
            </a:extLst>
          </p:cNvPr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3</a:t>
            </a:r>
          </a:p>
        </p:txBody>
      </p:sp>
      <p:sp>
        <p:nvSpPr>
          <p:cNvPr id="92" name="Rounded Rectangle 18">
            <a:extLst>
              <a:ext uri="{FF2B5EF4-FFF2-40B4-BE49-F238E27FC236}">
                <a16:creationId xmlns:a16="http://schemas.microsoft.com/office/drawing/2014/main" id="{08405AAB-2288-5356-247E-39E3C816E06E}"/>
              </a:ext>
            </a:extLst>
          </p:cNvPr>
          <p:cNvSpPr/>
          <p:nvPr/>
        </p:nvSpPr>
        <p:spPr>
          <a:xfrm>
            <a:off x="9509760" y="6725305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120F859-5D44-1254-41E4-94E70860AE4A}"/>
              </a:ext>
            </a:extLst>
          </p:cNvPr>
          <p:cNvSpPr/>
          <p:nvPr/>
        </p:nvSpPr>
        <p:spPr>
          <a:xfrm>
            <a:off x="9326880" y="6828229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99A94A-2A09-EE94-5897-B8D25B3EA287}"/>
              </a:ext>
            </a:extLst>
          </p:cNvPr>
          <p:cNvSpPr txBox="1"/>
          <p:nvPr/>
        </p:nvSpPr>
        <p:spPr>
          <a:xfrm>
            <a:off x="9646920" y="6871822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63453"/>
                </a:solidFill>
                <a:latin typeface="Aptos"/>
              </a:rPr>
              <a:t>Service entry Point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A7F9D53-6897-E026-BB71-404428A3CEC3}"/>
              </a:ext>
            </a:extLst>
          </p:cNvPr>
          <p:cNvSpPr txBox="1"/>
          <p:nvPr/>
        </p:nvSpPr>
        <p:spPr>
          <a:xfrm>
            <a:off x="9646920" y="733582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{INFRACOM5}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8CE9FDF-FF25-C322-3989-72BE9DD31332}"/>
              </a:ext>
            </a:extLst>
          </p:cNvPr>
          <p:cNvSpPr txBox="1"/>
          <p:nvPr/>
        </p:nvSpPr>
        <p:spPr>
          <a:xfrm>
            <a:off x="9715500" y="831880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{INFRASP5}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62903F1-8B2E-84C1-7444-DFA3015ACE5F}"/>
              </a:ext>
            </a:extLst>
          </p:cNvPr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INFRASTRUCTURE NON-CONFORMITIES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429CB1-351B-A42E-9C86-EAF16A6FDC65}"/>
              </a:ext>
            </a:extLst>
          </p:cNvPr>
          <p:cNvSpPr txBox="1"/>
          <p:nvPr/>
        </p:nvSpPr>
        <p:spPr>
          <a:xfrm>
            <a:off x="204410" y="796751"/>
            <a:ext cx="1746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46C74"/>
                </a:solidFill>
                <a:latin typeface="Aptos"/>
              </a:rPr>
              <a:t>Specific locations recorded in the audit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90EC1C-8805-72FB-1BCB-D784B7F1CB9E}"/>
              </a:ext>
            </a:extLst>
          </p:cNvPr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4</a:t>
            </a:r>
          </a:p>
        </p:txBody>
      </p:sp>
      <p:sp>
        <p:nvSpPr>
          <p:cNvPr id="69" name="Rounded Rectangle 3">
            <a:extLst>
              <a:ext uri="{FF2B5EF4-FFF2-40B4-BE49-F238E27FC236}">
                <a16:creationId xmlns:a16="http://schemas.microsoft.com/office/drawing/2014/main" id="{7DC75CDB-1207-6902-7B99-8A997EED8D0D}"/>
              </a:ext>
            </a:extLst>
          </p:cNvPr>
          <p:cNvSpPr/>
          <p:nvPr/>
        </p:nvSpPr>
        <p:spPr>
          <a:xfrm>
            <a:off x="480060" y="1508760"/>
            <a:ext cx="82753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5B21AA8-A1BA-2753-C638-E7E3EC0B0B69}"/>
              </a:ext>
            </a:extLst>
          </p:cNvPr>
          <p:cNvSpPr/>
          <p:nvPr/>
        </p:nvSpPr>
        <p:spPr>
          <a:xfrm>
            <a:off x="502920" y="15087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C1184A-ADE6-213C-A7A8-1C70CF275F76}"/>
              </a:ext>
            </a:extLst>
          </p:cNvPr>
          <p:cNvSpPr txBox="1"/>
          <p:nvPr/>
        </p:nvSpPr>
        <p:spPr>
          <a:xfrm>
            <a:off x="822960" y="177989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63453"/>
                </a:solidFill>
                <a:latin typeface="Aptos"/>
              </a:rPr>
              <a:t>Inadequate Ventilation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8C0AB0-FA28-1831-3181-D9DC2DFC7E9E}"/>
              </a:ext>
            </a:extLst>
          </p:cNvPr>
          <p:cNvSpPr txBox="1"/>
          <p:nvPr/>
        </p:nvSpPr>
        <p:spPr>
          <a:xfrm>
            <a:off x="822960" y="2194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{INFRACOM6}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2C6EA65-1781-2754-82CF-0F366F513D87}"/>
              </a:ext>
            </a:extLst>
          </p:cNvPr>
          <p:cNvSpPr txBox="1"/>
          <p:nvPr/>
        </p:nvSpPr>
        <p:spPr>
          <a:xfrm>
            <a:off x="822960" y="2923869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b="0" dirty="0">
                <a:solidFill>
                  <a:srgbClr val="191919"/>
                </a:solidFill>
                <a:latin typeface="Aptos"/>
              </a:rPr>
              <a:t>{</a:t>
            </a:r>
            <a:r>
              <a:rPr lang="en-US" sz="2400" dirty="0">
                <a:solidFill>
                  <a:srgbClr val="191919"/>
                </a:solidFill>
                <a:latin typeface="Aptos"/>
              </a:rPr>
              <a:t>INFRASP6</a:t>
            </a:r>
            <a:r>
              <a:rPr lang="en-US" sz="2400" b="0" dirty="0">
                <a:solidFill>
                  <a:srgbClr val="191919"/>
                </a:solidFill>
                <a:latin typeface="Aptos"/>
              </a:rPr>
              <a:t>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79" name="Rounded Rectangle 8">
            <a:extLst>
              <a:ext uri="{FF2B5EF4-FFF2-40B4-BE49-F238E27FC236}">
                <a16:creationId xmlns:a16="http://schemas.microsoft.com/office/drawing/2014/main" id="{7512AF83-3A5A-73E4-E11E-CFEEB38BFC6B}"/>
              </a:ext>
            </a:extLst>
          </p:cNvPr>
          <p:cNvSpPr/>
          <p:nvPr/>
        </p:nvSpPr>
        <p:spPr>
          <a:xfrm>
            <a:off x="9326880" y="15087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DCB0C03-5932-E0FB-2522-3B86614F3072}"/>
              </a:ext>
            </a:extLst>
          </p:cNvPr>
          <p:cNvSpPr/>
          <p:nvPr/>
        </p:nvSpPr>
        <p:spPr>
          <a:xfrm>
            <a:off x="9326880" y="1508760"/>
            <a:ext cx="109728" cy="22402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B09615-A3F3-6B48-3F28-11267E988CA5}"/>
              </a:ext>
            </a:extLst>
          </p:cNvPr>
          <p:cNvSpPr txBox="1"/>
          <p:nvPr/>
        </p:nvSpPr>
        <p:spPr>
          <a:xfrm>
            <a:off x="9646920" y="17373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Drainage covers Damaged/Missing/Improperly fitted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1164CE-2276-0BE7-D434-72C43768FD05}"/>
              </a:ext>
            </a:extLst>
          </p:cNvPr>
          <p:cNvSpPr txBox="1"/>
          <p:nvPr/>
        </p:nvSpPr>
        <p:spPr>
          <a:xfrm>
            <a:off x="9646920" y="2194560"/>
            <a:ext cx="8275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{INFRACOM7}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E3BFA04-947D-633B-2297-E40B44C12473}"/>
              </a:ext>
            </a:extLst>
          </p:cNvPr>
          <p:cNvSpPr txBox="1"/>
          <p:nvPr/>
        </p:nvSpPr>
        <p:spPr>
          <a:xfrm>
            <a:off x="9646920" y="3092819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{INFRASP7}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89" name="Rounded Rectangle 13">
            <a:extLst>
              <a:ext uri="{FF2B5EF4-FFF2-40B4-BE49-F238E27FC236}">
                <a16:creationId xmlns:a16="http://schemas.microsoft.com/office/drawing/2014/main" id="{2972AC23-1930-3BDC-90BD-190F5B969347}"/>
              </a:ext>
            </a:extLst>
          </p:cNvPr>
          <p:cNvSpPr/>
          <p:nvPr/>
        </p:nvSpPr>
        <p:spPr>
          <a:xfrm>
            <a:off x="50292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4C88264-0C6E-6602-7961-ACB1DD3B7FBB}"/>
              </a:ext>
            </a:extLst>
          </p:cNvPr>
          <p:cNvSpPr/>
          <p:nvPr/>
        </p:nvSpPr>
        <p:spPr>
          <a:xfrm>
            <a:off x="50292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7AE3584-7EDE-21A8-22F5-7C97E91BB320}"/>
              </a:ext>
            </a:extLst>
          </p:cNvPr>
          <p:cNvSpPr txBox="1"/>
          <p:nvPr/>
        </p:nvSpPr>
        <p:spPr>
          <a:xfrm>
            <a:off x="82296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Utility penetration unsealed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5A5A7D3-305D-3614-CA6A-E96F56F67E14}"/>
              </a:ext>
            </a:extLst>
          </p:cNvPr>
          <p:cNvSpPr txBox="1"/>
          <p:nvPr/>
        </p:nvSpPr>
        <p:spPr>
          <a:xfrm>
            <a:off x="82296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{INFRACOM8}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F8F72D5-62BA-4154-CBF3-2C99E7CA24A5}"/>
              </a:ext>
            </a:extLst>
          </p:cNvPr>
          <p:cNvSpPr txBox="1"/>
          <p:nvPr/>
        </p:nvSpPr>
        <p:spPr>
          <a:xfrm>
            <a:off x="822960" y="557784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{INFRASP8}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9" name="Rounded Rectangle 18">
            <a:extLst>
              <a:ext uri="{FF2B5EF4-FFF2-40B4-BE49-F238E27FC236}">
                <a16:creationId xmlns:a16="http://schemas.microsoft.com/office/drawing/2014/main" id="{212B3799-2DB9-D1E6-20B0-877587B350A8}"/>
              </a:ext>
            </a:extLst>
          </p:cNvPr>
          <p:cNvSpPr/>
          <p:nvPr/>
        </p:nvSpPr>
        <p:spPr>
          <a:xfrm>
            <a:off x="9326880" y="4023360"/>
            <a:ext cx="82753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079B573-7E47-637F-37DD-C8F91F02E7F8}"/>
              </a:ext>
            </a:extLst>
          </p:cNvPr>
          <p:cNvSpPr/>
          <p:nvPr/>
        </p:nvSpPr>
        <p:spPr>
          <a:xfrm>
            <a:off x="9326880" y="4023360"/>
            <a:ext cx="109728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F1ED40E-F8C1-7383-6881-CE00C3B94CF1}"/>
              </a:ext>
            </a:extLst>
          </p:cNvPr>
          <p:cNvSpPr txBox="1"/>
          <p:nvPr/>
        </p:nvSpPr>
        <p:spPr>
          <a:xfrm>
            <a:off x="9646920" y="42519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b="1" dirty="0">
                <a:solidFill>
                  <a:srgbClr val="163453"/>
                </a:solidFill>
                <a:latin typeface="Aptos"/>
              </a:rPr>
              <a:t>Water Leakage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7F22C9-BA94-3320-EA86-A793CFA4BDF3}"/>
              </a:ext>
            </a:extLst>
          </p:cNvPr>
          <p:cNvSpPr txBox="1"/>
          <p:nvPr/>
        </p:nvSpPr>
        <p:spPr>
          <a:xfrm>
            <a:off x="9646920" y="47091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{INFRACOM9}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095F8C6-99AC-D7E7-BEB2-A1945168E2AF}"/>
              </a:ext>
            </a:extLst>
          </p:cNvPr>
          <p:cNvSpPr txBox="1"/>
          <p:nvPr/>
        </p:nvSpPr>
        <p:spPr>
          <a:xfrm>
            <a:off x="9715500" y="5790491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{INFRASP9}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9" name="Rounded Rectangle 23">
            <a:extLst>
              <a:ext uri="{FF2B5EF4-FFF2-40B4-BE49-F238E27FC236}">
                <a16:creationId xmlns:a16="http://schemas.microsoft.com/office/drawing/2014/main" id="{70991095-CAD8-9E3F-06DF-EA9B4251269C}"/>
              </a:ext>
            </a:extLst>
          </p:cNvPr>
          <p:cNvSpPr/>
          <p:nvPr/>
        </p:nvSpPr>
        <p:spPr>
          <a:xfrm>
            <a:off x="502920" y="6537960"/>
            <a:ext cx="8275320" cy="2491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D181CC3-28E4-6BB4-B2DB-E4DE90448C94}"/>
              </a:ext>
            </a:extLst>
          </p:cNvPr>
          <p:cNvSpPr/>
          <p:nvPr/>
        </p:nvSpPr>
        <p:spPr>
          <a:xfrm>
            <a:off x="502920" y="6537960"/>
            <a:ext cx="109728" cy="20574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91B003D-DE09-2D32-BD17-6ED190394989}"/>
              </a:ext>
            </a:extLst>
          </p:cNvPr>
          <p:cNvSpPr txBox="1"/>
          <p:nvPr/>
        </p:nvSpPr>
        <p:spPr>
          <a:xfrm>
            <a:off x="822960" y="67665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163453"/>
                </a:solidFill>
                <a:latin typeface="Aptos"/>
              </a:rPr>
              <a:t>Rodent entry point</a:t>
            </a:r>
            <a:endParaRPr sz="2400" b="1" dirty="0">
              <a:solidFill>
                <a:srgbClr val="163453"/>
              </a:solidFill>
              <a:latin typeface="Apto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AB48A8F-0412-6E05-CB22-00E281AAFCC4}"/>
              </a:ext>
            </a:extLst>
          </p:cNvPr>
          <p:cNvSpPr txBox="1"/>
          <p:nvPr/>
        </p:nvSpPr>
        <p:spPr>
          <a:xfrm>
            <a:off x="822960" y="7223760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646C74"/>
                </a:solidFill>
                <a:latin typeface="Aptos"/>
              </a:rPr>
              <a:t>{INFRACOM10}</a:t>
            </a:r>
            <a:endParaRPr sz="2400" b="1" dirty="0">
              <a:solidFill>
                <a:srgbClr val="646C74"/>
              </a:solidFill>
              <a:latin typeface="Apto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F76F5F6-7122-0A8C-8765-C92BB7A8E350}"/>
              </a:ext>
            </a:extLst>
          </p:cNvPr>
          <p:cNvSpPr txBox="1"/>
          <p:nvPr/>
        </p:nvSpPr>
        <p:spPr>
          <a:xfrm>
            <a:off x="822959" y="8364527"/>
            <a:ext cx="749807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Aptos"/>
              </a:rPr>
              <a:t>{INFRASP10}</a:t>
            </a:r>
            <a:endParaRPr sz="2400"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8FC27E2-D122-1A62-29C0-19FE2089A4BC}"/>
              </a:ext>
            </a:extLst>
          </p:cNvPr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605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HYGIENE, HOUSEKEEPING &amp; HOTEL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746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6C74"/>
                </a:solidFill>
                <a:latin typeface="Aptos"/>
              </a:rPr>
              <a:t>Conditions requiring corrective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66465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" cy="150876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63453"/>
                </a:solidFill>
                <a:latin typeface="Aptos"/>
              </a:rPr>
              <a:t>Waste storage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66751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Better housekeeping and sanitation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166465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109728" cy="150876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63453"/>
                </a:solidFill>
                <a:latin typeface="Aptos"/>
              </a:rPr>
              <a:t>Housekeeping / hygiene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47872"/>
            <a:ext cx="66751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Maintain cleaning schedules and ensure waste is removed promptly.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39" y="5257800"/>
            <a:ext cx="166465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09728" cy="15087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68680" y="5486400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63453"/>
                </a:solidFill>
                <a:latin typeface="Aptos"/>
              </a:rPr>
              <a:t>Pest-free hotel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468112"/>
            <a:ext cx="667512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Audit records indicate NO compliance for guest rooms, kitchen, restaurant and banquet area pest-free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39" y="7090614"/>
            <a:ext cx="166465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548640" y="7178040"/>
            <a:ext cx="109728" cy="15087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68680" y="7406640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63453"/>
                </a:solidFill>
                <a:latin typeface="Aptos"/>
              </a:rPr>
              <a:t>Garbage holding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7388352"/>
            <a:ext cx="66751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Audit records indicate NO compliance for proper maintenance.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PICTURE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746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6C74"/>
                </a:solidFill>
                <a:latin typeface="Aptos"/>
              </a:rPr>
              <a:t>Location-wise evidence from the submitted audit 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viden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64" y="1490472"/>
            <a:ext cx="2043614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8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Documentation &amp;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Onsite contract / pest-control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8032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idenc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35" y="1490472"/>
            <a:ext cx="1421577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Nushara Kitchen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Live cockroach found under kitchen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videnc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5453" y="1490472"/>
            <a:ext cx="1773644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54311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Guest Rooms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311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Bed bug activity reported/observed in guest rooms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661136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videnc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2005" y="1490472"/>
            <a:ext cx="1773644" cy="3154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70863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Shafts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70863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Fresh rodent droppings indicating recent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evidenc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349" y="5696712"/>
            <a:ext cx="1773644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1208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Glueboard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Rodent footprints observed on glueboard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8032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evidence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901" y="5696712"/>
            <a:ext cx="1773644" cy="3154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37760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Kitchen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UV insect killer / pest-control equipment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44584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evidence_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5453" y="5696712"/>
            <a:ext cx="1773644" cy="3154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54311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Kitchen Corners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1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Wall cracks providing potential pest harbourage/entry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661136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evidence_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82005" y="5696712"/>
            <a:ext cx="1773644" cy="31546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770863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Kitchen Corners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70863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Additional wall gap/crack observed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PICTURE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746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6C74"/>
                </a:solidFill>
                <a:latin typeface="Aptos"/>
              </a:rPr>
              <a:t>Location-wise evidence from the submitted audit 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videnc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349" y="1490472"/>
            <a:ext cx="1773644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8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Nushara Kitchen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Ceiling gap allowing potential pest harbourage/movement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8032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idenc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901" y="1490472"/>
            <a:ext cx="1773644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Nushara Kitchen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Additional ceiling gap observed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vidence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5453" y="1490472"/>
            <a:ext cx="1773644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54311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Service Shafts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311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Open/connected shafts requiring sealing and deep 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661136" y="141732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vidence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2005" y="1490472"/>
            <a:ext cx="1773644" cy="3154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70863" y="475488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Service Shafts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70863" y="502005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Additional open shaft / service area condition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evidence_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349" y="5696712"/>
            <a:ext cx="1773644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1208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Tanatan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Potential rodent entry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8032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evidence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901" y="5696712"/>
            <a:ext cx="1773644" cy="3154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37760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Tanatan 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Additional potential rodent entry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44584" y="5623560"/>
            <a:ext cx="421538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evidence_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5453" y="5696712"/>
            <a:ext cx="1773644" cy="3154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54311" y="8961120"/>
            <a:ext cx="3995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63453"/>
                </a:solidFill>
                <a:latin typeface="Aptos"/>
              </a:rPr>
              <a:t>Waste Holding 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1" y="9226296"/>
            <a:ext cx="3995928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91919"/>
                </a:solidFill>
                <a:latin typeface="Aptos"/>
              </a:rPr>
              <a:t>Housekeeping/sanitation condition requiring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IMMEDIATE CORRECTIVE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74650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6C74"/>
                </a:solidFill>
                <a:latin typeface="Aptos"/>
              </a:rPr>
              <a:t>Priorities based on the actual findings in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" cy="1371600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27632"/>
            <a:ext cx="699516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Deep clean Nushara Kitchen tables, shelves and platforms; carry out intensive spraying and gel treatment.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594360" y="3200400"/>
            <a:ext cx="109728" cy="1371600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10712"/>
            <a:ext cx="699516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Carry out immediate bed bug treatment in affected guest-room areas; inspect adjacent rooms and monitor.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983480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594360" y="4983480"/>
            <a:ext cx="109728" cy="1371600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93792"/>
            <a:ext cx="6995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Conduct intensive rodent control in shafts; identify harbourage/entry points and increase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766559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594360" y="6766559"/>
            <a:ext cx="109728" cy="1371600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22960" y="7040879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6976872"/>
            <a:ext cx="6995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Seal wall cracks and ceiling gaps, especially in kitchen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417320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9418320" y="1417320"/>
            <a:ext cx="109728" cy="13716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9646920" y="1691640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1627632"/>
            <a:ext cx="6995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Seal open service penetrations / shafts and deep clean all shafts.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200400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9418320" y="3200400"/>
            <a:ext cx="109728" cy="13716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9646920" y="3474720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410712"/>
            <a:ext cx="6995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Immediately seal potential rodent entry points in Tanatan 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4983480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9418320" y="4983480"/>
            <a:ext cx="109728" cy="13716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9646920" y="5257800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5193792"/>
            <a:ext cx="6995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Improve waste holding-area housekeeping, sanitation and covered-bin practices.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6766559"/>
            <a:ext cx="82296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9418320" y="6766559"/>
            <a:ext cx="109728" cy="137160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9646920" y="7040879"/>
            <a:ext cx="502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91D2"/>
                </a:solidFill>
                <a:latin typeface="Aptos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976872"/>
            <a:ext cx="6995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Continue pest-control monitoring and verify reduction in activity after corrective actions.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746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74650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6C74"/>
                </a:solidFill>
                <a:latin typeface="Aptos"/>
              </a:rPr>
              <a:t>Root-cause focus for sustained pest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6916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3453"/>
                </a:solidFill>
                <a:latin typeface="Aptos"/>
              </a:rPr>
              <a:t>THE KEY RISK IS NOT ONLY PEST ACTIVITY — IT IS THE CONDITIONS SUPPORTING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16276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109728" cy="9601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325880" y="2879788"/>
            <a:ext cx="15544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• The audit score is 41.13%, indicating significant scope for improvement across pest control, infrastructure, sanitation and hotel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069080"/>
            <a:ext cx="16276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109728" cy="96012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325880" y="4069080"/>
            <a:ext cx="15544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• Recorded findings include live cockroach activity, bed bug activity, rodent droppings/footprints and pest-risk conditions around the waste holding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394960"/>
            <a:ext cx="16276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1005840" y="5394960"/>
            <a:ext cx="109728" cy="96012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325880" y="5596128"/>
            <a:ext cx="15544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919"/>
                </a:solidFill>
                <a:latin typeface="Aptos"/>
              </a:rPr>
              <a:t>• Structural gaps, open shafts and potential entry points can support pest movement and harbourage.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6720840"/>
            <a:ext cx="16276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1005840" y="6720840"/>
            <a:ext cx="109728" cy="960120"/>
          </a:xfrm>
          <a:prstGeom prst="rect">
            <a:avLst/>
          </a:prstGeom>
          <a:solidFill>
            <a:srgbClr val="E0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1325880" y="6835033"/>
            <a:ext cx="15544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919"/>
                </a:solidFill>
                <a:latin typeface="Aptos"/>
              </a:rPr>
              <a:t>• Corrective action should combine pest treatment with sealing, deep cleaning, waste management and verification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8366760"/>
            <a:ext cx="16276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91D2"/>
                </a:solidFill>
                <a:latin typeface="Aptos"/>
              </a:rPr>
              <a:t>SUSTAINABLE CONTROL = PEST MANAGEMENT + HYGIENE + INFRASTRUCTURE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10760" y="98938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C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EE7B78FF-A2D0-E1C8-E4EC-686D122B319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39EFE6-2E10-E16B-880C-83A9C8BFD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90718"/>
              </p:ext>
            </p:extLst>
          </p:nvPr>
        </p:nvGraphicFramePr>
        <p:xfrm>
          <a:off x="567266" y="960770"/>
          <a:ext cx="17153469" cy="83654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9726">
                  <a:extLst>
                    <a:ext uri="{9D8B030D-6E8A-4147-A177-3AD203B41FA5}">
                      <a16:colId xmlns:a16="http://schemas.microsoft.com/office/drawing/2014/main" val="2407328040"/>
                    </a:ext>
                  </a:extLst>
                </a:gridCol>
                <a:gridCol w="2417291">
                  <a:extLst>
                    <a:ext uri="{9D8B030D-6E8A-4147-A177-3AD203B41FA5}">
                      <a16:colId xmlns:a16="http://schemas.microsoft.com/office/drawing/2014/main" val="974879270"/>
                    </a:ext>
                  </a:extLst>
                </a:gridCol>
                <a:gridCol w="2401797">
                  <a:extLst>
                    <a:ext uri="{9D8B030D-6E8A-4147-A177-3AD203B41FA5}">
                      <a16:colId xmlns:a16="http://schemas.microsoft.com/office/drawing/2014/main" val="1420699091"/>
                    </a:ext>
                  </a:extLst>
                </a:gridCol>
                <a:gridCol w="1084681">
                  <a:extLst>
                    <a:ext uri="{9D8B030D-6E8A-4147-A177-3AD203B41FA5}">
                      <a16:colId xmlns:a16="http://schemas.microsoft.com/office/drawing/2014/main" val="185853320"/>
                    </a:ext>
                  </a:extLst>
                </a:gridCol>
                <a:gridCol w="2091887">
                  <a:extLst>
                    <a:ext uri="{9D8B030D-6E8A-4147-A177-3AD203B41FA5}">
                      <a16:colId xmlns:a16="http://schemas.microsoft.com/office/drawing/2014/main" val="2346605555"/>
                    </a:ext>
                  </a:extLst>
                </a:gridCol>
                <a:gridCol w="2115130">
                  <a:extLst>
                    <a:ext uri="{9D8B030D-6E8A-4147-A177-3AD203B41FA5}">
                      <a16:colId xmlns:a16="http://schemas.microsoft.com/office/drawing/2014/main" val="4017862076"/>
                    </a:ext>
                  </a:extLst>
                </a:gridCol>
                <a:gridCol w="1069187">
                  <a:extLst>
                    <a:ext uri="{9D8B030D-6E8A-4147-A177-3AD203B41FA5}">
                      <a16:colId xmlns:a16="http://schemas.microsoft.com/office/drawing/2014/main" val="1748295790"/>
                    </a:ext>
                  </a:extLst>
                </a:gridCol>
                <a:gridCol w="2370804">
                  <a:extLst>
                    <a:ext uri="{9D8B030D-6E8A-4147-A177-3AD203B41FA5}">
                      <a16:colId xmlns:a16="http://schemas.microsoft.com/office/drawing/2014/main" val="800195905"/>
                    </a:ext>
                  </a:extLst>
                </a:gridCol>
                <a:gridCol w="2672966">
                  <a:extLst>
                    <a:ext uri="{9D8B030D-6E8A-4147-A177-3AD203B41FA5}">
                      <a16:colId xmlns:a16="http://schemas.microsoft.com/office/drawing/2014/main" val="2191972121"/>
                    </a:ext>
                  </a:extLst>
                </a:gridCol>
              </a:tblGrid>
              <a:tr h="1280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effectLst/>
                        </a:rPr>
                        <a:t>Sr.No</a:t>
                      </a:r>
                      <a:r>
                        <a:rPr lang="en-IN" sz="2800" dirty="0">
                          <a:effectLst/>
                        </a:rPr>
                        <a:t>.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Product Name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Picture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effectLst/>
                        </a:rPr>
                        <a:t>Sr.No</a:t>
                      </a:r>
                      <a:r>
                        <a:rPr lang="en-IN" sz="2800" dirty="0">
                          <a:effectLst/>
                        </a:rPr>
                        <a:t>.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Product Name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Picture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effectLst/>
                        </a:rPr>
                        <a:t>Sr.No</a:t>
                      </a:r>
                      <a:r>
                        <a:rPr lang="en-IN" sz="2800" dirty="0">
                          <a:effectLst/>
                        </a:rPr>
                        <a:t>.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Product Name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Picture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192023"/>
                  </a:ext>
                </a:extLst>
              </a:tr>
              <a:tr h="2153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1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Soto Rodent Repellent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4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Soto Insect Repellent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7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Spider </a:t>
                      </a:r>
                      <a:r>
                        <a:rPr lang="en-IN" sz="2800" dirty="0" err="1">
                          <a:effectLst/>
                        </a:rPr>
                        <a:t>bllast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455486"/>
                  </a:ext>
                </a:extLst>
              </a:tr>
              <a:tr h="2639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2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Soto </a:t>
                      </a:r>
                      <a:r>
                        <a:rPr lang="en-IN" sz="2800" dirty="0" err="1">
                          <a:effectLst/>
                        </a:rPr>
                        <a:t>Reptout</a:t>
                      </a:r>
                      <a:r>
                        <a:rPr lang="en-IN" sz="2800" dirty="0">
                          <a:effectLst/>
                        </a:rPr>
                        <a:t> Repellent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5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SNAPPER Insect Trapper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8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RODEIN- Rodent Bait Station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75251"/>
                  </a:ext>
                </a:extLst>
              </a:tr>
              <a:tr h="229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3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Soto Bird Repellent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6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Cockroach Trap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9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Mosquito Trapper</a:t>
                      </a:r>
                      <a:endParaRPr lang="en-IN" sz="2800" b="1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41922" marR="41922" marT="20961" marB="209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8154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9E4DC9-E42C-DFEA-F30E-31E956939953}"/>
              </a:ext>
            </a:extLst>
          </p:cNvPr>
          <p:cNvSpPr txBox="1"/>
          <p:nvPr/>
        </p:nvSpPr>
        <p:spPr>
          <a:xfrm>
            <a:off x="-1661144" y="-650230"/>
            <a:ext cx="34137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800" b="1" i="0" dirty="0">
                <a:solidFill>
                  <a:schemeClr val="tx1"/>
                </a:solidFill>
                <a:effectLst/>
              </a:rPr>
              <a:t>OUR PRODUCTS:</a:t>
            </a:r>
            <a:endParaRPr lang="en-IN" sz="28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4F283-F58D-DC1C-7D42-380FEB3C0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1" y="2286081"/>
            <a:ext cx="1760220" cy="1897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1A23A7-D514-DC18-EC92-4AF1B7789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671" y="2263373"/>
            <a:ext cx="1211579" cy="19203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5B7871-05F2-B035-AECA-13F48B059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7640" y="2286081"/>
            <a:ext cx="1464333" cy="18400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F4F1ED-B9DA-3418-3444-A18F75742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1" y="4480600"/>
            <a:ext cx="1469876" cy="22860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E0C11D-7B92-0AA6-CE26-54E829CC2E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404" y="5300537"/>
            <a:ext cx="1469876" cy="8027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1E11580-2488-31FC-5B50-4068AACB2C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7640" y="4690547"/>
            <a:ext cx="1961198" cy="17517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E1A263-4EAC-3506-8B86-1AE1636BB0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2042" y="7185818"/>
            <a:ext cx="1382676" cy="17967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420962-F07C-6044-A4FB-1D547DD17F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4576" y="7085292"/>
            <a:ext cx="1387767" cy="18973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3889BE-2CF4-62A6-AB5C-3AFA85991C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08129" y="7085292"/>
            <a:ext cx="1567811" cy="201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702BD0-B17B-AC9A-06B2-F289B572611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2BB0ED-24C5-25FD-21F9-688143821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51450"/>
              </p:ext>
            </p:extLst>
          </p:nvPr>
        </p:nvGraphicFramePr>
        <p:xfrm>
          <a:off x="764772" y="315022"/>
          <a:ext cx="17032583" cy="96569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94119">
                  <a:extLst>
                    <a:ext uri="{9D8B030D-6E8A-4147-A177-3AD203B41FA5}">
                      <a16:colId xmlns:a16="http://schemas.microsoft.com/office/drawing/2014/main" val="1501361171"/>
                    </a:ext>
                  </a:extLst>
                </a:gridCol>
                <a:gridCol w="2790899">
                  <a:extLst>
                    <a:ext uri="{9D8B030D-6E8A-4147-A177-3AD203B41FA5}">
                      <a16:colId xmlns:a16="http://schemas.microsoft.com/office/drawing/2014/main" val="2646553324"/>
                    </a:ext>
                  </a:extLst>
                </a:gridCol>
                <a:gridCol w="2378521">
                  <a:extLst>
                    <a:ext uri="{9D8B030D-6E8A-4147-A177-3AD203B41FA5}">
                      <a16:colId xmlns:a16="http://schemas.microsoft.com/office/drawing/2014/main" val="3337704139"/>
                    </a:ext>
                  </a:extLst>
                </a:gridCol>
                <a:gridCol w="1038303">
                  <a:extLst>
                    <a:ext uri="{9D8B030D-6E8A-4147-A177-3AD203B41FA5}">
                      <a16:colId xmlns:a16="http://schemas.microsoft.com/office/drawing/2014/main" val="2838874472"/>
                    </a:ext>
                  </a:extLst>
                </a:gridCol>
                <a:gridCol w="1988239">
                  <a:extLst>
                    <a:ext uri="{9D8B030D-6E8A-4147-A177-3AD203B41FA5}">
                      <a16:colId xmlns:a16="http://schemas.microsoft.com/office/drawing/2014/main" val="1517024330"/>
                    </a:ext>
                  </a:extLst>
                </a:gridCol>
                <a:gridCol w="2695168">
                  <a:extLst>
                    <a:ext uri="{9D8B030D-6E8A-4147-A177-3AD203B41FA5}">
                      <a16:colId xmlns:a16="http://schemas.microsoft.com/office/drawing/2014/main" val="2479888805"/>
                    </a:ext>
                  </a:extLst>
                </a:gridCol>
                <a:gridCol w="1038302">
                  <a:extLst>
                    <a:ext uri="{9D8B030D-6E8A-4147-A177-3AD203B41FA5}">
                      <a16:colId xmlns:a16="http://schemas.microsoft.com/office/drawing/2014/main" val="1344914437"/>
                    </a:ext>
                  </a:extLst>
                </a:gridCol>
                <a:gridCol w="1855690">
                  <a:extLst>
                    <a:ext uri="{9D8B030D-6E8A-4147-A177-3AD203B41FA5}">
                      <a16:colId xmlns:a16="http://schemas.microsoft.com/office/drawing/2014/main" val="3104131006"/>
                    </a:ext>
                  </a:extLst>
                </a:gridCol>
                <a:gridCol w="2253342">
                  <a:extLst>
                    <a:ext uri="{9D8B030D-6E8A-4147-A177-3AD203B41FA5}">
                      <a16:colId xmlns:a16="http://schemas.microsoft.com/office/drawing/2014/main" val="1400556251"/>
                    </a:ext>
                  </a:extLst>
                </a:gridCol>
              </a:tblGrid>
              <a:tr h="1157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effectLst/>
                        </a:rPr>
                        <a:t>Sr.No</a:t>
                      </a:r>
                      <a:r>
                        <a:rPr lang="en-IN" sz="2800" dirty="0">
                          <a:effectLst/>
                        </a:rPr>
                        <a:t>.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Product Name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Picture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Sr.No.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Product Name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Picture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Sr.No.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Product Name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Picture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572761"/>
                  </a:ext>
                </a:extLst>
              </a:tr>
              <a:tr h="283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10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2 Tube Snapper HTG (Insect Trapper)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13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Insect Killer Sheet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16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Spider Machine (Insect Trapper)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125421"/>
                  </a:ext>
                </a:extLst>
              </a:tr>
              <a:tr h="283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11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3 Tube White Machine (Insect Trapper)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14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effectLst/>
                        </a:rPr>
                        <a:t>Agarbatti</a:t>
                      </a:r>
                      <a:r>
                        <a:rPr lang="en-IN" sz="2800" dirty="0">
                          <a:effectLst/>
                        </a:rPr>
                        <a:t> Stand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17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2 Tube Insect Killer </a:t>
                      </a:r>
                      <a:r>
                        <a:rPr lang="en-IN" sz="2800" dirty="0" err="1">
                          <a:effectLst/>
                        </a:rPr>
                        <a:t>Macchine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133734"/>
                  </a:ext>
                </a:extLst>
              </a:tr>
              <a:tr h="283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12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2 </a:t>
                      </a:r>
                      <a:r>
                        <a:rPr lang="en-IN" sz="2800" dirty="0" err="1">
                          <a:effectLst/>
                        </a:rPr>
                        <a:t>Tubelight</a:t>
                      </a:r>
                      <a:r>
                        <a:rPr lang="en-IN" sz="2800" dirty="0">
                          <a:effectLst/>
                        </a:rPr>
                        <a:t> Machine (Insect Trapper)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15</a:t>
                      </a:r>
                      <a:endParaRPr lang="en-IN" sz="2800" b="1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Samarth Incense Stick</a:t>
                      </a:r>
                      <a:endParaRPr lang="en-IN" sz="2800" b="1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>
                        <a:effectLst/>
                      </a:endParaRPr>
                    </a:p>
                  </a:txBody>
                  <a:tcPr marL="31576" marR="31576" marT="15788" marB="15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43621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A29E74E-2BBD-BAAE-2C54-F04FACDC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693" y="2395537"/>
            <a:ext cx="2216288" cy="1373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00BD18-D263-E4F4-F2A7-0DF2DD36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017" y="1930962"/>
            <a:ext cx="2629842" cy="1838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AD77F2-49CB-A59F-B7B0-F443658F7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0979" y="2082627"/>
            <a:ext cx="2236375" cy="1686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65E6AB-EFB1-C774-9F86-5FE88D83D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606" y="5007305"/>
            <a:ext cx="2236375" cy="18632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14794D-7D8E-7C20-50E9-D0E192C53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418" y="4382139"/>
            <a:ext cx="911458" cy="25536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C22A87-E328-61A7-E864-F261055816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12405" y="5428895"/>
            <a:ext cx="1973425" cy="10889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270AD4-F17E-DCC5-889C-0B00FE853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7225" y="7751201"/>
            <a:ext cx="2280756" cy="13401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1C8714-6387-EBCE-5AAD-0BF1E4D350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291" y="8245900"/>
            <a:ext cx="2567568" cy="84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09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ADC04-43C6-A3EB-030B-662AADB7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410"/>
            <a:ext cx="18288000" cy="986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41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F0E1D-6FE3-8F82-E222-7E9DFB90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95"/>
            <a:ext cx="18288000" cy="1010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25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1018</Words>
  <Application>Microsoft Office PowerPoint</Application>
  <PresentationFormat>Custom</PresentationFormat>
  <Paragraphs>237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mayur@epcorn.com</cp:lastModifiedBy>
  <cp:revision>3</cp:revision>
  <dcterms:created xsi:type="dcterms:W3CDTF">2013-01-27T09:14:16Z</dcterms:created>
  <dcterms:modified xsi:type="dcterms:W3CDTF">2026-09-23T09:26:47Z</dcterms:modified>
  <cp:category/>
</cp:coreProperties>
</file>